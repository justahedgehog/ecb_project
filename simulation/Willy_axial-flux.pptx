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257" r:id="rId31"/>
    <p:sldId id="258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66" r:id="rId40"/>
    <p:sldId id="267" r:id="rId41"/>
    <p:sldId id="268" r:id="rId42"/>
    <p:sldId id="269" r:id="rId43"/>
    <p:sldId id="270" r:id="rId44"/>
    <p:sldId id="271" r:id="rId45"/>
    <p:sldId id="272" r:id="rId46"/>
    <p:sldId id="273" r:id="rId47"/>
    <p:sldId id="274" r:id="rId48"/>
    <p:sldId id="275" r:id="rId49"/>
    <p:sldId id="276" r:id="rId50"/>
    <p:sldId id="277" r:id="rId51"/>
    <p:sldId id="278" r:id="rId52"/>
    <p:sldId id="279" r:id="rId53"/>
    <p:sldId id="280" r:id="rId54"/>
    <p:sldId id="281" r:id="rId55"/>
    <p:sldId id="282" r:id="rId56"/>
    <p:sldId id="283" r:id="rId57"/>
    <p:sldId id="284" r:id="rId58"/>
    <p:sldId id="285" r:id="rId5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標題" id="{6EF5E95A-83ED-485A-801A-DF6BC080DCE2}">
          <p14:sldIdLst>
            <p14:sldId id="256"/>
          </p14:sldIdLst>
        </p14:section>
        <p14:section name="Henry的" id="{DF77EDA7-2D6E-49D0-85E9-1C662796F394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新方法" id="{C8A5FB15-55F9-4EE3-AD3E-84DB1FEAF8F4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3E8D6E-DBA3-4F6A-A137-4095F8AC6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DACD10C-695E-4ED7-8FBA-0AA5E20C3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021E94-47CB-4243-9CDD-0C182FC26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BCDC8-CBBE-45A6-95D3-8804BCF27706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11102B-7628-45C8-858A-1166A8A92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291171-E5CE-4A68-8975-8F55132F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427F8-5783-4253-86B2-F6C85918E6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369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34601-68CD-465F-AAF0-84A4658C5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AA5621-FBFB-4515-ACB3-DCC3FB51E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50DEEA-1C40-4E5D-B4AB-1CE4DA4F4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BCDC8-CBBE-45A6-95D3-8804BCF27706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347F48-172B-4E3B-A607-3627D876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AC80EC-DCB5-4A66-98E3-8BC434E2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427F8-5783-4253-86B2-F6C85918E6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45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3353C7-1489-4D24-953A-0713ED5B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2284C8-D284-43F5-8515-38AD512DF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072FDE-C99B-4841-9719-65283C48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BCDC8-CBBE-45A6-95D3-8804BCF27706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9AAB0F-BCAF-4581-A8C7-7BA6B72C3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2AC0E8-14A0-4241-9194-C31EA661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427F8-5783-4253-86B2-F6C85918E6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12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F1B67-6CBF-44DA-ACE7-F2E6D7D4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CDDB69-631D-4943-A198-2A8EFA1A5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7C5C9F-A0F6-45DC-BFB3-45E7D9512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956174-C20C-4919-A404-111C76A4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BCDC8-CBBE-45A6-95D3-8804BCF27706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432A7E7-9866-4558-B265-0494FB65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A34BEB-1324-400D-B05B-AD931139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427F8-5783-4253-86B2-F6C85918E6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884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D6E782-B914-4059-8BEF-6F74CE45D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6270FD-A864-479A-94BA-174A79C0F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5014A5-00B1-4AB3-A499-075F2B2FB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0D17AE-372B-4421-B7C3-79C1AE9F9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584B89C-8E49-4E7D-BCC2-309BF6DC0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44CC1DA-E636-4E47-B7C9-0C8E23FFA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BCDC8-CBBE-45A6-95D3-8804BCF27706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B0C4938-AA6E-4F57-B6DE-B0C64A6A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EE3B91-682A-4F22-B8C3-72DD8BF3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427F8-5783-4253-86B2-F6C85918E6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7007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9A32FE-D440-4772-9D36-2CAD85620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1B43052-4BCC-436D-804E-9029B222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BCDC8-CBBE-45A6-95D3-8804BCF27706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CE4839F-D0E5-423B-A4BD-C8A48269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2B863F3-B134-41DC-837D-31526542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427F8-5783-4253-86B2-F6C85918E6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462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EE6D3E0-E6D3-4A53-A93C-C98EBA35F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BCDC8-CBBE-45A6-95D3-8804BCF27706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DCB43C1-026C-4EFB-B9CA-3A6A4DB59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E0F54-E0E8-4E52-82DF-D86A7878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427F8-5783-4253-86B2-F6C85918E6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636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18B89E-4D28-42B3-9678-48AD909B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4BD3DD-8534-438E-86D8-B7E8FA53A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829BFC1-758D-406B-878C-E55166764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9D1194-29F1-41A3-B8AD-F0908F966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BCDC8-CBBE-45A6-95D3-8804BCF27706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A16F20-6044-4737-8851-742C9BD7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E31E46-4BC0-4422-9D0C-BD0E54684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427F8-5783-4253-86B2-F6C85918E6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1013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AABB5-F070-477D-83EA-ACF834551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A9C2E1A-AD18-4DAC-A7DF-00FD80379F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BEC6C78-090C-4A62-8C42-B2F39EED3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CAFC5F-5320-43F0-BAD6-4928215B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BCDC8-CBBE-45A6-95D3-8804BCF27706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1426D2-97B2-4D42-9F8A-DCF463E1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41D7B47-3E9F-469F-B4E9-C18B21E8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427F8-5783-4253-86B2-F6C85918E6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85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FF669B-C626-4BFD-977F-AE98146AF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DE84868-352A-4890-AFB8-00DBD7FC0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2945AE-9301-46EA-8CB6-3419821A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BCDC8-CBBE-45A6-95D3-8804BCF27706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B9C7DE-C1BD-4F32-8769-44799D2CC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9C46A3-8AE5-4221-BE0A-5939AD10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427F8-5783-4253-86B2-F6C85918E6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32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9FD6D83-E552-4200-9417-E7A8521F6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7888459-06EC-4B70-BACE-59FA84CB72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C07691-9CD5-468C-B1DE-022E6F24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BCDC8-CBBE-45A6-95D3-8804BCF27706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823A79-1649-412D-A6C8-B57F3DB75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CC016B-3A7F-455D-8631-FE9E6D3F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427F8-5783-4253-86B2-F6C85918E6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785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3FD578A-21F8-4B06-8437-732D455E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5E5C340-177F-43CD-99BE-5940553FC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247CC8-B5B5-4750-8B93-2F41B636D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Noto Sans TC Medium" panose="020B0200000000000000" pitchFamily="34" charset="-120"/>
                <a:ea typeface="Noto Sans TC DemiLight" panose="020B0200000000000000" pitchFamily="34" charset="-120"/>
              </a:defRPr>
            </a:lvl1pPr>
          </a:lstStyle>
          <a:p>
            <a:fld id="{4BCBCDC8-CBBE-45A6-95D3-8804BCF27706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3EC6F8-AF3A-4C0E-AE16-8BA21E5800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Noto Sans TC Medium" panose="020B0200000000000000" pitchFamily="34" charset="-120"/>
                <a:ea typeface="Noto Sans TC DemiLight" panose="020B0200000000000000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36DD6C-CC8F-49AC-9D21-AD7FD1355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Noto Sans TC Medium" panose="020B0200000000000000" pitchFamily="34" charset="-120"/>
                <a:ea typeface="Noto Sans TC DemiLight" panose="020B0200000000000000" pitchFamily="34" charset="-120"/>
              </a:defRPr>
            </a:lvl1pPr>
          </a:lstStyle>
          <a:p>
            <a:fld id="{516427F8-5783-4253-86B2-F6C85918E6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574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Noto Sans TC Medium" panose="020B0200000000000000" pitchFamily="34" charset="-120"/>
          <a:ea typeface="Noto Sans TC DemiLight" panose="020B0200000000000000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Noto Sans TC Medium" panose="020B0200000000000000" pitchFamily="34" charset="-120"/>
          <a:ea typeface="Noto Sans TC DemiLight" panose="020B0200000000000000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Noto Sans TC Medium" panose="020B0200000000000000" pitchFamily="34" charset="-120"/>
          <a:ea typeface="Noto Sans TC DemiLight" panose="020B0200000000000000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Noto Sans TC Medium" panose="020B0200000000000000" pitchFamily="34" charset="-120"/>
          <a:ea typeface="Noto Sans TC DemiLight" panose="020B0200000000000000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Noto Sans TC Medium" panose="020B0200000000000000" pitchFamily="34" charset="-120"/>
          <a:ea typeface="Noto Sans TC DemiLight" panose="020B0200000000000000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Noto Sans TC Medium" panose="020B0200000000000000" pitchFamily="34" charset="-120"/>
          <a:ea typeface="Noto Sans TC DemiLight" panose="020B0200000000000000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286BDA-A576-4651-B072-C0CF2E2363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COMSOL-</a:t>
            </a:r>
            <a:r>
              <a:rPr lang="zh-TW" altLang="en-US" dirty="0"/>
              <a:t>軸向氣隙模擬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016BB15-74C8-402B-9DC8-3052E4DB3F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9195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34629A-33FC-4522-85DF-E564CCAF6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86A2DE-4F2A-49F7-87AB-24A96CF47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AD3586-54A7-4866-BBCC-3D392224E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26D748CA-ACF8-403E-8220-C791CD93FED6}"/>
              </a:ext>
            </a:extLst>
          </p:cNvPr>
          <p:cNvSpPr/>
          <p:nvPr/>
        </p:nvSpPr>
        <p:spPr>
          <a:xfrm>
            <a:off x="187960" y="1137921"/>
            <a:ext cx="680720" cy="6775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A703196-2930-47D8-8C1A-A9C9AA73F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" y="734219"/>
            <a:ext cx="12192000" cy="6534150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81AC84CD-2FC4-4966-9B16-7EAC1F2E2927}"/>
              </a:ext>
            </a:extLst>
          </p:cNvPr>
          <p:cNvSpPr/>
          <p:nvPr/>
        </p:nvSpPr>
        <p:spPr>
          <a:xfrm>
            <a:off x="1163320" y="1815465"/>
            <a:ext cx="680720" cy="6775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79A7A3A-0018-42D6-AA4D-B8FC175E6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040" y="2627946"/>
            <a:ext cx="12192000" cy="6534150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B1B2D19-86C1-4B5F-B79F-EA80066F74F1}"/>
              </a:ext>
            </a:extLst>
          </p:cNvPr>
          <p:cNvSpPr/>
          <p:nvPr/>
        </p:nvSpPr>
        <p:spPr>
          <a:xfrm>
            <a:off x="2114550" y="4133849"/>
            <a:ext cx="676275" cy="1409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7F7C0FA-49F5-4A7F-B733-2BF2861C1BF8}"/>
              </a:ext>
            </a:extLst>
          </p:cNvPr>
          <p:cNvSpPr/>
          <p:nvPr/>
        </p:nvSpPr>
        <p:spPr>
          <a:xfrm>
            <a:off x="2255520" y="4847114"/>
            <a:ext cx="838200" cy="1409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4A26A7D-02F6-498A-8774-19130F0DC560}"/>
              </a:ext>
            </a:extLst>
          </p:cNvPr>
          <p:cNvSpPr/>
          <p:nvPr/>
        </p:nvSpPr>
        <p:spPr>
          <a:xfrm>
            <a:off x="2526030" y="4982051"/>
            <a:ext cx="1116330" cy="1409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7B61B3F-90ED-4C9C-9B21-31622BED1340}"/>
              </a:ext>
            </a:extLst>
          </p:cNvPr>
          <p:cNvSpPr/>
          <p:nvPr/>
        </p:nvSpPr>
        <p:spPr>
          <a:xfrm>
            <a:off x="5565648" y="6533865"/>
            <a:ext cx="518160" cy="20319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4931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5EFDCF-0F86-4702-8B73-8E25A832E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36F508-5B37-48AA-ACF1-7907D8A3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D7A370D-0FDC-4EEC-AAC9-4479E4FAC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C2941FCF-4327-4B57-87D1-3D34F1FAE49B}"/>
              </a:ext>
            </a:extLst>
          </p:cNvPr>
          <p:cNvSpPr/>
          <p:nvPr/>
        </p:nvSpPr>
        <p:spPr>
          <a:xfrm>
            <a:off x="104775" y="4267200"/>
            <a:ext cx="4257675" cy="143827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EA14019-99AE-44B9-B66A-9624482FF5D8}"/>
              </a:ext>
            </a:extLst>
          </p:cNvPr>
          <p:cNvSpPr/>
          <p:nvPr/>
        </p:nvSpPr>
        <p:spPr>
          <a:xfrm>
            <a:off x="3708273" y="5795963"/>
            <a:ext cx="518160" cy="20319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52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9AA190-1250-48D9-93C3-F999DB35E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2F0F84-46D7-4794-83D8-F5956EFB7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7960655-D3C1-478A-85DF-C345225D8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74711B5-C153-4BD6-954D-FEBEB4010894}"/>
              </a:ext>
            </a:extLst>
          </p:cNvPr>
          <p:cNvSpPr/>
          <p:nvPr/>
        </p:nvSpPr>
        <p:spPr>
          <a:xfrm>
            <a:off x="518160" y="1607821"/>
            <a:ext cx="468630" cy="1371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2E5CFF4-027B-4A69-B1C3-A1C741AC3406}"/>
              </a:ext>
            </a:extLst>
          </p:cNvPr>
          <p:cNvSpPr/>
          <p:nvPr/>
        </p:nvSpPr>
        <p:spPr>
          <a:xfrm>
            <a:off x="184784" y="3429000"/>
            <a:ext cx="1150239" cy="3688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ACD62D6-79AC-431E-839B-F38A7D79A8EC}"/>
              </a:ext>
            </a:extLst>
          </p:cNvPr>
          <p:cNvSpPr/>
          <p:nvPr/>
        </p:nvSpPr>
        <p:spPr>
          <a:xfrm>
            <a:off x="1280159" y="6089904"/>
            <a:ext cx="538481" cy="2743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553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6B9BA0-7666-4112-B0E9-92253882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B345F4-1D03-44FE-A15F-5F2F7E683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4E609B4-2827-40D8-BBC9-953993D49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EAFE9C64-EF75-44FE-B42B-976B17FC725C}"/>
              </a:ext>
            </a:extLst>
          </p:cNvPr>
          <p:cNvSpPr/>
          <p:nvPr/>
        </p:nvSpPr>
        <p:spPr>
          <a:xfrm>
            <a:off x="4004310" y="723900"/>
            <a:ext cx="411480" cy="1714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0821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3258DE-77EC-4A6A-ABBB-FDD885EDE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3E007E-EA49-4C30-AD2A-F55499B26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397E5DE-3717-4947-B2C9-2598BC64D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9EDE870E-F387-4AEA-889B-A6F59FBFA11B}"/>
              </a:ext>
            </a:extLst>
          </p:cNvPr>
          <p:cNvSpPr/>
          <p:nvPr/>
        </p:nvSpPr>
        <p:spPr>
          <a:xfrm>
            <a:off x="426719" y="3105150"/>
            <a:ext cx="1240155" cy="4762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B521151-AD33-4DEF-9A5F-DEA2492AF9B9}"/>
              </a:ext>
            </a:extLst>
          </p:cNvPr>
          <p:cNvSpPr/>
          <p:nvPr/>
        </p:nvSpPr>
        <p:spPr>
          <a:xfrm>
            <a:off x="2733675" y="3429000"/>
            <a:ext cx="542926" cy="33337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34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72C893-8C4B-4FD5-ACE9-0D56E45F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6AAD9A-D09E-4CBF-BB82-7D824795B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CCBD4DB-8649-4C90-B06E-FED26B43F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026CF2D-B9ED-4F59-9F62-9AEE8CD441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48438" b="3548"/>
          <a:stretch/>
        </p:blipFill>
        <p:spPr>
          <a:xfrm>
            <a:off x="6453188" y="1174750"/>
            <a:ext cx="6286500" cy="6302375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696AF44-82EE-4E31-B542-98EABC50EEC5}"/>
              </a:ext>
            </a:extLst>
          </p:cNvPr>
          <p:cNvSpPr/>
          <p:nvPr/>
        </p:nvSpPr>
        <p:spPr>
          <a:xfrm>
            <a:off x="2743200" y="3190875"/>
            <a:ext cx="3276600" cy="33337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CD34B7C-9E9F-41D5-A1BA-694541A54411}"/>
              </a:ext>
            </a:extLst>
          </p:cNvPr>
          <p:cNvSpPr/>
          <p:nvPr/>
        </p:nvSpPr>
        <p:spPr>
          <a:xfrm>
            <a:off x="704850" y="3362325"/>
            <a:ext cx="942975" cy="1619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5DB8909-1133-4A62-862C-6F8ACF80497F}"/>
              </a:ext>
            </a:extLst>
          </p:cNvPr>
          <p:cNvSpPr/>
          <p:nvPr/>
        </p:nvSpPr>
        <p:spPr>
          <a:xfrm>
            <a:off x="9210675" y="4316412"/>
            <a:ext cx="942975" cy="1619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F71DBB99-8FBA-47CC-AFFC-17C15EFBC4ED}"/>
              </a:ext>
            </a:extLst>
          </p:cNvPr>
          <p:cNvSpPr/>
          <p:nvPr/>
        </p:nvSpPr>
        <p:spPr>
          <a:xfrm>
            <a:off x="4629150" y="4041777"/>
            <a:ext cx="1952625" cy="847724"/>
          </a:xfrm>
          <a:custGeom>
            <a:avLst/>
            <a:gdLst>
              <a:gd name="connsiteX0" fmla="*/ 0 w 1628775"/>
              <a:gd name="connsiteY0" fmla="*/ 150019 h 600075"/>
              <a:gd name="connsiteX1" fmla="*/ 1328738 w 1628775"/>
              <a:gd name="connsiteY1" fmla="*/ 150019 h 600075"/>
              <a:gd name="connsiteX2" fmla="*/ 1328738 w 1628775"/>
              <a:gd name="connsiteY2" fmla="*/ 0 h 600075"/>
              <a:gd name="connsiteX3" fmla="*/ 1628775 w 1628775"/>
              <a:gd name="connsiteY3" fmla="*/ 300038 h 600075"/>
              <a:gd name="connsiteX4" fmla="*/ 1328738 w 1628775"/>
              <a:gd name="connsiteY4" fmla="*/ 600075 h 600075"/>
              <a:gd name="connsiteX5" fmla="*/ 1328738 w 1628775"/>
              <a:gd name="connsiteY5" fmla="*/ 450056 h 600075"/>
              <a:gd name="connsiteX6" fmla="*/ 0 w 1628775"/>
              <a:gd name="connsiteY6" fmla="*/ 450056 h 600075"/>
              <a:gd name="connsiteX7" fmla="*/ 0 w 1628775"/>
              <a:gd name="connsiteY7" fmla="*/ 150019 h 600075"/>
              <a:gd name="connsiteX0" fmla="*/ 0 w 1628775"/>
              <a:gd name="connsiteY0" fmla="*/ 450056 h 600075"/>
              <a:gd name="connsiteX1" fmla="*/ 1328738 w 1628775"/>
              <a:gd name="connsiteY1" fmla="*/ 150019 h 600075"/>
              <a:gd name="connsiteX2" fmla="*/ 1328738 w 1628775"/>
              <a:gd name="connsiteY2" fmla="*/ 0 h 600075"/>
              <a:gd name="connsiteX3" fmla="*/ 1628775 w 1628775"/>
              <a:gd name="connsiteY3" fmla="*/ 300038 h 600075"/>
              <a:gd name="connsiteX4" fmla="*/ 1328738 w 1628775"/>
              <a:gd name="connsiteY4" fmla="*/ 600075 h 600075"/>
              <a:gd name="connsiteX5" fmla="*/ 1328738 w 1628775"/>
              <a:gd name="connsiteY5" fmla="*/ 450056 h 600075"/>
              <a:gd name="connsiteX6" fmla="*/ 0 w 1628775"/>
              <a:gd name="connsiteY6" fmla="*/ 450056 h 600075"/>
              <a:gd name="connsiteX0" fmla="*/ 0 w 1828800"/>
              <a:gd name="connsiteY0" fmla="*/ 0 h 635794"/>
              <a:gd name="connsiteX1" fmla="*/ 1528763 w 1828800"/>
              <a:gd name="connsiteY1" fmla="*/ 185738 h 635794"/>
              <a:gd name="connsiteX2" fmla="*/ 1528763 w 1828800"/>
              <a:gd name="connsiteY2" fmla="*/ 35719 h 635794"/>
              <a:gd name="connsiteX3" fmla="*/ 1828800 w 1828800"/>
              <a:gd name="connsiteY3" fmla="*/ 335757 h 635794"/>
              <a:gd name="connsiteX4" fmla="*/ 1528763 w 1828800"/>
              <a:gd name="connsiteY4" fmla="*/ 635794 h 635794"/>
              <a:gd name="connsiteX5" fmla="*/ 1528763 w 1828800"/>
              <a:gd name="connsiteY5" fmla="*/ 485775 h 635794"/>
              <a:gd name="connsiteX6" fmla="*/ 0 w 1828800"/>
              <a:gd name="connsiteY6" fmla="*/ 0 h 635794"/>
              <a:gd name="connsiteX0" fmla="*/ 0 w 1828800"/>
              <a:gd name="connsiteY0" fmla="*/ 0 h 750094"/>
              <a:gd name="connsiteX1" fmla="*/ 1528763 w 1828800"/>
              <a:gd name="connsiteY1" fmla="*/ 185738 h 750094"/>
              <a:gd name="connsiteX2" fmla="*/ 1528763 w 1828800"/>
              <a:gd name="connsiteY2" fmla="*/ 35719 h 750094"/>
              <a:gd name="connsiteX3" fmla="*/ 1828800 w 1828800"/>
              <a:gd name="connsiteY3" fmla="*/ 335757 h 750094"/>
              <a:gd name="connsiteX4" fmla="*/ 1357313 w 1828800"/>
              <a:gd name="connsiteY4" fmla="*/ 750094 h 750094"/>
              <a:gd name="connsiteX5" fmla="*/ 1528763 w 1828800"/>
              <a:gd name="connsiteY5" fmla="*/ 485775 h 750094"/>
              <a:gd name="connsiteX6" fmla="*/ 0 w 1828800"/>
              <a:gd name="connsiteY6" fmla="*/ 0 h 750094"/>
              <a:gd name="connsiteX0" fmla="*/ 0 w 1828800"/>
              <a:gd name="connsiteY0" fmla="*/ 0 h 750094"/>
              <a:gd name="connsiteX1" fmla="*/ 1528763 w 1828800"/>
              <a:gd name="connsiteY1" fmla="*/ 185738 h 750094"/>
              <a:gd name="connsiteX2" fmla="*/ 1528763 w 1828800"/>
              <a:gd name="connsiteY2" fmla="*/ 35719 h 750094"/>
              <a:gd name="connsiteX3" fmla="*/ 1828800 w 1828800"/>
              <a:gd name="connsiteY3" fmla="*/ 335757 h 750094"/>
              <a:gd name="connsiteX4" fmla="*/ 1357313 w 1828800"/>
              <a:gd name="connsiteY4" fmla="*/ 750094 h 750094"/>
              <a:gd name="connsiteX5" fmla="*/ 1395413 w 1828800"/>
              <a:gd name="connsiteY5" fmla="*/ 523875 h 750094"/>
              <a:gd name="connsiteX6" fmla="*/ 0 w 1828800"/>
              <a:gd name="connsiteY6" fmla="*/ 0 h 750094"/>
              <a:gd name="connsiteX0" fmla="*/ 0 w 1828800"/>
              <a:gd name="connsiteY0" fmla="*/ 0 h 750094"/>
              <a:gd name="connsiteX1" fmla="*/ 1481138 w 1828800"/>
              <a:gd name="connsiteY1" fmla="*/ 357188 h 750094"/>
              <a:gd name="connsiteX2" fmla="*/ 1528763 w 1828800"/>
              <a:gd name="connsiteY2" fmla="*/ 35719 h 750094"/>
              <a:gd name="connsiteX3" fmla="*/ 1828800 w 1828800"/>
              <a:gd name="connsiteY3" fmla="*/ 335757 h 750094"/>
              <a:gd name="connsiteX4" fmla="*/ 1357313 w 1828800"/>
              <a:gd name="connsiteY4" fmla="*/ 750094 h 750094"/>
              <a:gd name="connsiteX5" fmla="*/ 1395413 w 1828800"/>
              <a:gd name="connsiteY5" fmla="*/ 523875 h 750094"/>
              <a:gd name="connsiteX6" fmla="*/ 0 w 1828800"/>
              <a:gd name="connsiteY6" fmla="*/ 0 h 750094"/>
              <a:gd name="connsiteX0" fmla="*/ 0 w 4772025"/>
              <a:gd name="connsiteY0" fmla="*/ 0 h 1273969"/>
              <a:gd name="connsiteX1" fmla="*/ 4424363 w 4772025"/>
              <a:gd name="connsiteY1" fmla="*/ 881063 h 1273969"/>
              <a:gd name="connsiteX2" fmla="*/ 4471988 w 4772025"/>
              <a:gd name="connsiteY2" fmla="*/ 559594 h 1273969"/>
              <a:gd name="connsiteX3" fmla="*/ 4772025 w 4772025"/>
              <a:gd name="connsiteY3" fmla="*/ 859632 h 1273969"/>
              <a:gd name="connsiteX4" fmla="*/ 4300538 w 4772025"/>
              <a:gd name="connsiteY4" fmla="*/ 1273969 h 1273969"/>
              <a:gd name="connsiteX5" fmla="*/ 4338638 w 4772025"/>
              <a:gd name="connsiteY5" fmla="*/ 1047750 h 1273969"/>
              <a:gd name="connsiteX6" fmla="*/ 0 w 4772025"/>
              <a:gd name="connsiteY6" fmla="*/ 0 h 1273969"/>
              <a:gd name="connsiteX0" fmla="*/ 0 w 4772025"/>
              <a:gd name="connsiteY0" fmla="*/ 0 h 1273969"/>
              <a:gd name="connsiteX1" fmla="*/ 4424363 w 4772025"/>
              <a:gd name="connsiteY1" fmla="*/ 881063 h 1273969"/>
              <a:gd name="connsiteX2" fmla="*/ 4471988 w 4772025"/>
              <a:gd name="connsiteY2" fmla="*/ 559594 h 1273969"/>
              <a:gd name="connsiteX3" fmla="*/ 4772025 w 4772025"/>
              <a:gd name="connsiteY3" fmla="*/ 859632 h 1273969"/>
              <a:gd name="connsiteX4" fmla="*/ 4300538 w 4772025"/>
              <a:gd name="connsiteY4" fmla="*/ 1273969 h 1273969"/>
              <a:gd name="connsiteX5" fmla="*/ 4338638 w 4772025"/>
              <a:gd name="connsiteY5" fmla="*/ 1047750 h 1273969"/>
              <a:gd name="connsiteX6" fmla="*/ 0 w 4772025"/>
              <a:gd name="connsiteY6" fmla="*/ 0 h 1273969"/>
              <a:gd name="connsiteX0" fmla="*/ 0 w 4772025"/>
              <a:gd name="connsiteY0" fmla="*/ 0 h 1273969"/>
              <a:gd name="connsiteX1" fmla="*/ 4424363 w 4772025"/>
              <a:gd name="connsiteY1" fmla="*/ 881063 h 1273969"/>
              <a:gd name="connsiteX2" fmla="*/ 4471988 w 4772025"/>
              <a:gd name="connsiteY2" fmla="*/ 559594 h 1273969"/>
              <a:gd name="connsiteX3" fmla="*/ 4772025 w 4772025"/>
              <a:gd name="connsiteY3" fmla="*/ 859632 h 1273969"/>
              <a:gd name="connsiteX4" fmla="*/ 4300538 w 4772025"/>
              <a:gd name="connsiteY4" fmla="*/ 1273969 h 1273969"/>
              <a:gd name="connsiteX5" fmla="*/ 4338638 w 4772025"/>
              <a:gd name="connsiteY5" fmla="*/ 1047750 h 1273969"/>
              <a:gd name="connsiteX6" fmla="*/ 0 w 4772025"/>
              <a:gd name="connsiteY6" fmla="*/ 0 h 1273969"/>
              <a:gd name="connsiteX0" fmla="*/ 0 w 4772025"/>
              <a:gd name="connsiteY0" fmla="*/ 0 h 1273969"/>
              <a:gd name="connsiteX1" fmla="*/ 4129088 w 4772025"/>
              <a:gd name="connsiteY1" fmla="*/ 576263 h 1273969"/>
              <a:gd name="connsiteX2" fmla="*/ 4471988 w 4772025"/>
              <a:gd name="connsiteY2" fmla="*/ 559594 h 1273969"/>
              <a:gd name="connsiteX3" fmla="*/ 4772025 w 4772025"/>
              <a:gd name="connsiteY3" fmla="*/ 859632 h 1273969"/>
              <a:gd name="connsiteX4" fmla="*/ 4300538 w 4772025"/>
              <a:gd name="connsiteY4" fmla="*/ 1273969 h 1273969"/>
              <a:gd name="connsiteX5" fmla="*/ 4338638 w 4772025"/>
              <a:gd name="connsiteY5" fmla="*/ 1047750 h 1273969"/>
              <a:gd name="connsiteX6" fmla="*/ 0 w 4772025"/>
              <a:gd name="connsiteY6" fmla="*/ 0 h 1273969"/>
              <a:gd name="connsiteX0" fmla="*/ 0 w 4876800"/>
              <a:gd name="connsiteY0" fmla="*/ 0 h 1273969"/>
              <a:gd name="connsiteX1" fmla="*/ 4129088 w 4876800"/>
              <a:gd name="connsiteY1" fmla="*/ 576263 h 1273969"/>
              <a:gd name="connsiteX2" fmla="*/ 4471988 w 4876800"/>
              <a:gd name="connsiteY2" fmla="*/ 559594 h 1273969"/>
              <a:gd name="connsiteX3" fmla="*/ 4876800 w 4876800"/>
              <a:gd name="connsiteY3" fmla="*/ 869157 h 1273969"/>
              <a:gd name="connsiteX4" fmla="*/ 4300538 w 4876800"/>
              <a:gd name="connsiteY4" fmla="*/ 1273969 h 1273969"/>
              <a:gd name="connsiteX5" fmla="*/ 4338638 w 4876800"/>
              <a:gd name="connsiteY5" fmla="*/ 1047750 h 1273969"/>
              <a:gd name="connsiteX6" fmla="*/ 0 w 4876800"/>
              <a:gd name="connsiteY6" fmla="*/ 0 h 1273969"/>
              <a:gd name="connsiteX0" fmla="*/ 0 w 4876800"/>
              <a:gd name="connsiteY0" fmla="*/ 0 h 1273969"/>
              <a:gd name="connsiteX1" fmla="*/ 4129088 w 4876800"/>
              <a:gd name="connsiteY1" fmla="*/ 576263 h 1273969"/>
              <a:gd name="connsiteX2" fmla="*/ 4595813 w 4876800"/>
              <a:gd name="connsiteY2" fmla="*/ 235744 h 1273969"/>
              <a:gd name="connsiteX3" fmla="*/ 4876800 w 4876800"/>
              <a:gd name="connsiteY3" fmla="*/ 869157 h 1273969"/>
              <a:gd name="connsiteX4" fmla="*/ 4300538 w 4876800"/>
              <a:gd name="connsiteY4" fmla="*/ 1273969 h 1273969"/>
              <a:gd name="connsiteX5" fmla="*/ 4338638 w 4876800"/>
              <a:gd name="connsiteY5" fmla="*/ 1047750 h 1273969"/>
              <a:gd name="connsiteX6" fmla="*/ 0 w 4876800"/>
              <a:gd name="connsiteY6" fmla="*/ 0 h 1273969"/>
              <a:gd name="connsiteX0" fmla="*/ 0 w 4876800"/>
              <a:gd name="connsiteY0" fmla="*/ 0 h 1273969"/>
              <a:gd name="connsiteX1" fmla="*/ 4481513 w 4876800"/>
              <a:gd name="connsiteY1" fmla="*/ 633413 h 1273969"/>
              <a:gd name="connsiteX2" fmla="*/ 4595813 w 4876800"/>
              <a:gd name="connsiteY2" fmla="*/ 235744 h 1273969"/>
              <a:gd name="connsiteX3" fmla="*/ 4876800 w 4876800"/>
              <a:gd name="connsiteY3" fmla="*/ 869157 h 1273969"/>
              <a:gd name="connsiteX4" fmla="*/ 4300538 w 4876800"/>
              <a:gd name="connsiteY4" fmla="*/ 1273969 h 1273969"/>
              <a:gd name="connsiteX5" fmla="*/ 4338638 w 4876800"/>
              <a:gd name="connsiteY5" fmla="*/ 1047750 h 1273969"/>
              <a:gd name="connsiteX6" fmla="*/ 0 w 4876800"/>
              <a:gd name="connsiteY6" fmla="*/ 0 h 1273969"/>
              <a:gd name="connsiteX0" fmla="*/ 0 w 4876800"/>
              <a:gd name="connsiteY0" fmla="*/ 0 h 1283494"/>
              <a:gd name="connsiteX1" fmla="*/ 4481513 w 4876800"/>
              <a:gd name="connsiteY1" fmla="*/ 633413 h 1283494"/>
              <a:gd name="connsiteX2" fmla="*/ 4595813 w 4876800"/>
              <a:gd name="connsiteY2" fmla="*/ 235744 h 1283494"/>
              <a:gd name="connsiteX3" fmla="*/ 4876800 w 4876800"/>
              <a:gd name="connsiteY3" fmla="*/ 869157 h 1283494"/>
              <a:gd name="connsiteX4" fmla="*/ 4367213 w 4876800"/>
              <a:gd name="connsiteY4" fmla="*/ 1283494 h 1283494"/>
              <a:gd name="connsiteX5" fmla="*/ 4338638 w 4876800"/>
              <a:gd name="connsiteY5" fmla="*/ 1047750 h 1283494"/>
              <a:gd name="connsiteX6" fmla="*/ 0 w 4876800"/>
              <a:gd name="connsiteY6" fmla="*/ 0 h 1283494"/>
              <a:gd name="connsiteX0" fmla="*/ 0 w 4876800"/>
              <a:gd name="connsiteY0" fmla="*/ 0 h 1283494"/>
              <a:gd name="connsiteX1" fmla="*/ 4481513 w 4876800"/>
              <a:gd name="connsiteY1" fmla="*/ 633413 h 1283494"/>
              <a:gd name="connsiteX2" fmla="*/ 4595813 w 4876800"/>
              <a:gd name="connsiteY2" fmla="*/ 235744 h 1283494"/>
              <a:gd name="connsiteX3" fmla="*/ 4876800 w 4876800"/>
              <a:gd name="connsiteY3" fmla="*/ 869157 h 1283494"/>
              <a:gd name="connsiteX4" fmla="*/ 4367213 w 4876800"/>
              <a:gd name="connsiteY4" fmla="*/ 1283494 h 1283494"/>
              <a:gd name="connsiteX5" fmla="*/ 4405313 w 4876800"/>
              <a:gd name="connsiteY5" fmla="*/ 962025 h 1283494"/>
              <a:gd name="connsiteX6" fmla="*/ 0 w 4876800"/>
              <a:gd name="connsiteY6" fmla="*/ 0 h 1283494"/>
              <a:gd name="connsiteX0" fmla="*/ 0 w 4876800"/>
              <a:gd name="connsiteY0" fmla="*/ 0 h 1283494"/>
              <a:gd name="connsiteX1" fmla="*/ 4481513 w 4876800"/>
              <a:gd name="connsiteY1" fmla="*/ 633413 h 1283494"/>
              <a:gd name="connsiteX2" fmla="*/ 4595813 w 4876800"/>
              <a:gd name="connsiteY2" fmla="*/ 235744 h 1283494"/>
              <a:gd name="connsiteX3" fmla="*/ 4876800 w 4876800"/>
              <a:gd name="connsiteY3" fmla="*/ 869157 h 1283494"/>
              <a:gd name="connsiteX4" fmla="*/ 4367213 w 4876800"/>
              <a:gd name="connsiteY4" fmla="*/ 1283494 h 1283494"/>
              <a:gd name="connsiteX5" fmla="*/ 4405313 w 4876800"/>
              <a:gd name="connsiteY5" fmla="*/ 962025 h 1283494"/>
              <a:gd name="connsiteX6" fmla="*/ 0 w 4876800"/>
              <a:gd name="connsiteY6" fmla="*/ 0 h 1283494"/>
              <a:gd name="connsiteX0" fmla="*/ 0 w 4876800"/>
              <a:gd name="connsiteY0" fmla="*/ 0 h 1283494"/>
              <a:gd name="connsiteX1" fmla="*/ 4481513 w 4876800"/>
              <a:gd name="connsiteY1" fmla="*/ 633413 h 1283494"/>
              <a:gd name="connsiteX2" fmla="*/ 4595813 w 4876800"/>
              <a:gd name="connsiteY2" fmla="*/ 235744 h 1283494"/>
              <a:gd name="connsiteX3" fmla="*/ 4876800 w 4876800"/>
              <a:gd name="connsiteY3" fmla="*/ 869157 h 1283494"/>
              <a:gd name="connsiteX4" fmla="*/ 4367213 w 4876800"/>
              <a:gd name="connsiteY4" fmla="*/ 1283494 h 1283494"/>
              <a:gd name="connsiteX5" fmla="*/ 4405313 w 4876800"/>
              <a:gd name="connsiteY5" fmla="*/ 962025 h 1283494"/>
              <a:gd name="connsiteX6" fmla="*/ 0 w 4876800"/>
              <a:gd name="connsiteY6" fmla="*/ 0 h 1283494"/>
              <a:gd name="connsiteX0" fmla="*/ 0 w 4876800"/>
              <a:gd name="connsiteY0" fmla="*/ 0 h 1283494"/>
              <a:gd name="connsiteX1" fmla="*/ 4481513 w 4876800"/>
              <a:gd name="connsiteY1" fmla="*/ 633413 h 1283494"/>
              <a:gd name="connsiteX2" fmla="*/ 4595813 w 4876800"/>
              <a:gd name="connsiteY2" fmla="*/ 235744 h 1283494"/>
              <a:gd name="connsiteX3" fmla="*/ 4876800 w 4876800"/>
              <a:gd name="connsiteY3" fmla="*/ 869157 h 1283494"/>
              <a:gd name="connsiteX4" fmla="*/ 4367213 w 4876800"/>
              <a:gd name="connsiteY4" fmla="*/ 1283494 h 1283494"/>
              <a:gd name="connsiteX5" fmla="*/ 4405313 w 4876800"/>
              <a:gd name="connsiteY5" fmla="*/ 962025 h 1283494"/>
              <a:gd name="connsiteX6" fmla="*/ 0 w 4876800"/>
              <a:gd name="connsiteY6" fmla="*/ 0 h 1283494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1900238 w 2409825"/>
              <a:gd name="connsiteY4" fmla="*/ 1047750 h 1047750"/>
              <a:gd name="connsiteX5" fmla="*/ 1938338 w 2409825"/>
              <a:gd name="connsiteY5" fmla="*/ 726281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1900238 w 2409825"/>
              <a:gd name="connsiteY4" fmla="*/ 1047750 h 1047750"/>
              <a:gd name="connsiteX5" fmla="*/ 1938338 w 2409825"/>
              <a:gd name="connsiteY5" fmla="*/ 726281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938338 w 2409825"/>
              <a:gd name="connsiteY5" fmla="*/ 726281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26206 h 1057275"/>
              <a:gd name="connsiteX1" fmla="*/ 2014538 w 2409825"/>
              <a:gd name="connsiteY1" fmla="*/ 407194 h 1057275"/>
              <a:gd name="connsiteX2" fmla="*/ 2005013 w 2409825"/>
              <a:gd name="connsiteY2" fmla="*/ 0 h 1057275"/>
              <a:gd name="connsiteX3" fmla="*/ 2409825 w 2409825"/>
              <a:gd name="connsiteY3" fmla="*/ 642938 h 1057275"/>
              <a:gd name="connsiteX4" fmla="*/ 2005013 w 2409825"/>
              <a:gd name="connsiteY4" fmla="*/ 1057275 h 1057275"/>
              <a:gd name="connsiteX5" fmla="*/ 1862138 w 2409825"/>
              <a:gd name="connsiteY5" fmla="*/ 707231 h 1057275"/>
              <a:gd name="connsiteX6" fmla="*/ 0 w 2409825"/>
              <a:gd name="connsiteY6" fmla="*/ 126206 h 1057275"/>
              <a:gd name="connsiteX0" fmla="*/ 0 w 2409825"/>
              <a:gd name="connsiteY0" fmla="*/ 126206 h 1057275"/>
              <a:gd name="connsiteX1" fmla="*/ 2014538 w 2409825"/>
              <a:gd name="connsiteY1" fmla="*/ 407194 h 1057275"/>
              <a:gd name="connsiteX2" fmla="*/ 2005013 w 2409825"/>
              <a:gd name="connsiteY2" fmla="*/ 0 h 1057275"/>
              <a:gd name="connsiteX3" fmla="*/ 2409825 w 2409825"/>
              <a:gd name="connsiteY3" fmla="*/ 642938 h 1057275"/>
              <a:gd name="connsiteX4" fmla="*/ 2005013 w 2409825"/>
              <a:gd name="connsiteY4" fmla="*/ 1057275 h 1057275"/>
              <a:gd name="connsiteX5" fmla="*/ 2024063 w 2409825"/>
              <a:gd name="connsiteY5" fmla="*/ 726281 h 1057275"/>
              <a:gd name="connsiteX6" fmla="*/ 0 w 2409825"/>
              <a:gd name="connsiteY6" fmla="*/ 126206 h 1057275"/>
              <a:gd name="connsiteX0" fmla="*/ 0 w 2428875"/>
              <a:gd name="connsiteY0" fmla="*/ 126206 h 1057275"/>
              <a:gd name="connsiteX1" fmla="*/ 2014538 w 2428875"/>
              <a:gd name="connsiteY1" fmla="*/ 407194 h 1057275"/>
              <a:gd name="connsiteX2" fmla="*/ 2005013 w 2428875"/>
              <a:gd name="connsiteY2" fmla="*/ 0 h 1057275"/>
              <a:gd name="connsiteX3" fmla="*/ 2428875 w 2428875"/>
              <a:gd name="connsiteY3" fmla="*/ 566738 h 1057275"/>
              <a:gd name="connsiteX4" fmla="*/ 2005013 w 2428875"/>
              <a:gd name="connsiteY4" fmla="*/ 1057275 h 1057275"/>
              <a:gd name="connsiteX5" fmla="*/ 2024063 w 2428875"/>
              <a:gd name="connsiteY5" fmla="*/ 726281 h 1057275"/>
              <a:gd name="connsiteX6" fmla="*/ 0 w 2428875"/>
              <a:gd name="connsiteY6" fmla="*/ 126206 h 1057275"/>
              <a:gd name="connsiteX0" fmla="*/ 0 w 2428875"/>
              <a:gd name="connsiteY0" fmla="*/ 126206 h 1057275"/>
              <a:gd name="connsiteX1" fmla="*/ 1995488 w 2428875"/>
              <a:gd name="connsiteY1" fmla="*/ 369094 h 1057275"/>
              <a:gd name="connsiteX2" fmla="*/ 2005013 w 2428875"/>
              <a:gd name="connsiteY2" fmla="*/ 0 h 1057275"/>
              <a:gd name="connsiteX3" fmla="*/ 2428875 w 2428875"/>
              <a:gd name="connsiteY3" fmla="*/ 566738 h 1057275"/>
              <a:gd name="connsiteX4" fmla="*/ 2005013 w 2428875"/>
              <a:gd name="connsiteY4" fmla="*/ 1057275 h 1057275"/>
              <a:gd name="connsiteX5" fmla="*/ 2024063 w 2428875"/>
              <a:gd name="connsiteY5" fmla="*/ 726281 h 1057275"/>
              <a:gd name="connsiteX6" fmla="*/ 0 w 2428875"/>
              <a:gd name="connsiteY6" fmla="*/ 126206 h 1057275"/>
              <a:gd name="connsiteX0" fmla="*/ 0 w 2428875"/>
              <a:gd name="connsiteY0" fmla="*/ 126206 h 1057275"/>
              <a:gd name="connsiteX1" fmla="*/ 1995488 w 2428875"/>
              <a:gd name="connsiteY1" fmla="*/ 369094 h 1057275"/>
              <a:gd name="connsiteX2" fmla="*/ 2005013 w 2428875"/>
              <a:gd name="connsiteY2" fmla="*/ 0 h 1057275"/>
              <a:gd name="connsiteX3" fmla="*/ 2428875 w 2428875"/>
              <a:gd name="connsiteY3" fmla="*/ 566738 h 1057275"/>
              <a:gd name="connsiteX4" fmla="*/ 2005013 w 2428875"/>
              <a:gd name="connsiteY4" fmla="*/ 1057275 h 1057275"/>
              <a:gd name="connsiteX5" fmla="*/ 1957388 w 2428875"/>
              <a:gd name="connsiteY5" fmla="*/ 678656 h 1057275"/>
              <a:gd name="connsiteX6" fmla="*/ 0 w 2428875"/>
              <a:gd name="connsiteY6" fmla="*/ 126206 h 1057275"/>
              <a:gd name="connsiteX0" fmla="*/ 0 w 2428875"/>
              <a:gd name="connsiteY0" fmla="*/ 126206 h 1057275"/>
              <a:gd name="connsiteX1" fmla="*/ 1995488 w 2428875"/>
              <a:gd name="connsiteY1" fmla="*/ 369094 h 1057275"/>
              <a:gd name="connsiteX2" fmla="*/ 2005013 w 2428875"/>
              <a:gd name="connsiteY2" fmla="*/ 0 h 1057275"/>
              <a:gd name="connsiteX3" fmla="*/ 2428875 w 2428875"/>
              <a:gd name="connsiteY3" fmla="*/ 566738 h 1057275"/>
              <a:gd name="connsiteX4" fmla="*/ 2005013 w 2428875"/>
              <a:gd name="connsiteY4" fmla="*/ 1057275 h 1057275"/>
              <a:gd name="connsiteX5" fmla="*/ 2005013 w 2428875"/>
              <a:gd name="connsiteY5" fmla="*/ 678656 h 1057275"/>
              <a:gd name="connsiteX6" fmla="*/ 0 w 2428875"/>
              <a:gd name="connsiteY6" fmla="*/ 126206 h 105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8875" h="1057275">
                <a:moveTo>
                  <a:pt x="0" y="126206"/>
                </a:moveTo>
                <a:cubicBezTo>
                  <a:pt x="1008063" y="362744"/>
                  <a:pt x="1273175" y="418306"/>
                  <a:pt x="1995488" y="369094"/>
                </a:cubicBezTo>
                <a:lnTo>
                  <a:pt x="2005013" y="0"/>
                </a:lnTo>
                <a:lnTo>
                  <a:pt x="2428875" y="566738"/>
                </a:lnTo>
                <a:lnTo>
                  <a:pt x="2005013" y="1057275"/>
                </a:lnTo>
                <a:lnTo>
                  <a:pt x="2005013" y="678656"/>
                </a:lnTo>
                <a:cubicBezTo>
                  <a:pt x="1349375" y="634206"/>
                  <a:pt x="731838" y="523081"/>
                  <a:pt x="0" y="12620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0AFE80A5-9301-4BE4-A712-D25F1407E0F0}"/>
              </a:ext>
            </a:extLst>
          </p:cNvPr>
          <p:cNvSpPr/>
          <p:nvPr/>
        </p:nvSpPr>
        <p:spPr>
          <a:xfrm>
            <a:off x="10029825" y="3017838"/>
            <a:ext cx="638175" cy="1619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508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E209B1-4305-4B86-917F-6B9FE3C3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312404-FB4C-496E-B4A3-71FD8A367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364B2A3-DB62-43D4-BE92-4EBADFF28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41AE91EE-AFBC-401E-9EC2-00FDFB6526DA}"/>
              </a:ext>
            </a:extLst>
          </p:cNvPr>
          <p:cNvSpPr/>
          <p:nvPr/>
        </p:nvSpPr>
        <p:spPr>
          <a:xfrm>
            <a:off x="1722120" y="457200"/>
            <a:ext cx="384175" cy="2238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E587152-E1D8-4840-A339-2699FF397ABF}"/>
              </a:ext>
            </a:extLst>
          </p:cNvPr>
          <p:cNvSpPr/>
          <p:nvPr/>
        </p:nvSpPr>
        <p:spPr>
          <a:xfrm>
            <a:off x="152400" y="675957"/>
            <a:ext cx="523240" cy="68548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77841B6-9951-47FE-B941-12A3B47EDF02}"/>
              </a:ext>
            </a:extLst>
          </p:cNvPr>
          <p:cNvSpPr/>
          <p:nvPr/>
        </p:nvSpPr>
        <p:spPr>
          <a:xfrm>
            <a:off x="10267950" y="1482883"/>
            <a:ext cx="1924050" cy="48893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4266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ECD1595-4F05-4AB6-A571-309499FBA7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547" t="18805" b="3110"/>
          <a:stretch/>
        </p:blipFill>
        <p:spPr>
          <a:xfrm>
            <a:off x="-314326" y="819150"/>
            <a:ext cx="2371725" cy="5102226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AED0E8F0-B912-47A2-83AC-D0C16396381F}"/>
              </a:ext>
            </a:extLst>
          </p:cNvPr>
          <p:cNvSpPr/>
          <p:nvPr/>
        </p:nvSpPr>
        <p:spPr>
          <a:xfrm>
            <a:off x="133350" y="1962149"/>
            <a:ext cx="1924050" cy="3238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3C7DAB9-721C-49BC-99CE-E7E7B599F289}"/>
              </a:ext>
            </a:extLst>
          </p:cNvPr>
          <p:cNvSpPr/>
          <p:nvPr/>
        </p:nvSpPr>
        <p:spPr>
          <a:xfrm>
            <a:off x="133350" y="1443036"/>
            <a:ext cx="1009650" cy="16668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C32C286-73BC-4BDC-97AD-0DE477A1025A}"/>
              </a:ext>
            </a:extLst>
          </p:cNvPr>
          <p:cNvSpPr txBox="1"/>
          <p:nvPr/>
        </p:nvSpPr>
        <p:spPr>
          <a:xfrm>
            <a:off x="66675" y="496371"/>
            <a:ext cx="4629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點擊「新增至單元件」或對「</a:t>
            </a:r>
            <a:r>
              <a:rPr lang="en-US" altLang="zh-TW" dirty="0"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Air</a:t>
            </a:r>
            <a:r>
              <a:rPr lang="zh-TW" altLang="en-US" dirty="0"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」雙擊皆可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197EB07-3CDC-4E62-B4E3-299D41494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186" y="819150"/>
            <a:ext cx="2140282" cy="5477670"/>
          </a:xfrm>
          <a:prstGeom prst="rect">
            <a:avLst/>
          </a:prstGeom>
        </p:spPr>
      </p:pic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318CD6C-17F2-4D8F-80B4-AC45DA9E61F4}"/>
              </a:ext>
            </a:extLst>
          </p:cNvPr>
          <p:cNvSpPr/>
          <p:nvPr/>
        </p:nvSpPr>
        <p:spPr>
          <a:xfrm>
            <a:off x="2599056" y="3377564"/>
            <a:ext cx="1513839" cy="17780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AF9B6BD-AFC9-4BA6-95F4-F4A459A1AF37}"/>
              </a:ext>
            </a:extLst>
          </p:cNvPr>
          <p:cNvSpPr/>
          <p:nvPr/>
        </p:nvSpPr>
        <p:spPr>
          <a:xfrm>
            <a:off x="2284096" y="2108199"/>
            <a:ext cx="777239" cy="17780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4912B8F-B555-4363-B3C0-EA9AF2A54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914" y="754219"/>
            <a:ext cx="3246206" cy="5424489"/>
          </a:xfrm>
          <a:prstGeom prst="rect">
            <a:avLst/>
          </a:prstGeom>
        </p:spPr>
      </p:pic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A31DD606-D1FA-4D51-BC5B-597808415E67}"/>
              </a:ext>
            </a:extLst>
          </p:cNvPr>
          <p:cNvSpPr/>
          <p:nvPr/>
        </p:nvSpPr>
        <p:spPr>
          <a:xfrm>
            <a:off x="4585336" y="1717674"/>
            <a:ext cx="2863214" cy="3397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4B23C0D2-0D86-4C77-B2B0-7CB78832E78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8611"/>
          <a:stretch/>
        </p:blipFill>
        <p:spPr>
          <a:xfrm>
            <a:off x="4414204" y="4518867"/>
            <a:ext cx="3173411" cy="1671942"/>
          </a:xfrm>
          <a:prstGeom prst="rect">
            <a:avLst/>
          </a:prstGeom>
        </p:spPr>
      </p:pic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AF1C7E5-D035-4111-9C8A-70698724F295}"/>
              </a:ext>
            </a:extLst>
          </p:cNvPr>
          <p:cNvSpPr/>
          <p:nvPr/>
        </p:nvSpPr>
        <p:spPr>
          <a:xfrm>
            <a:off x="5141088" y="5039995"/>
            <a:ext cx="1513839" cy="17780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06DC87DB-2D52-401B-83BB-2052EC6398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5250" t="20846" b="4810"/>
          <a:stretch/>
        </p:blipFill>
        <p:spPr>
          <a:xfrm>
            <a:off x="7465156" y="819150"/>
            <a:ext cx="3307620" cy="5324766"/>
          </a:xfrm>
          <a:prstGeom prst="rect">
            <a:avLst/>
          </a:prstGeom>
        </p:spPr>
      </p:pic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7E66A27-8A29-4395-BF99-1B8536F1D40A}"/>
              </a:ext>
            </a:extLst>
          </p:cNvPr>
          <p:cNvSpPr/>
          <p:nvPr/>
        </p:nvSpPr>
        <p:spPr>
          <a:xfrm>
            <a:off x="7953375" y="5724525"/>
            <a:ext cx="1000126" cy="1968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DE4378E3-4162-4286-B6BF-249A5BFB10BB}"/>
              </a:ext>
            </a:extLst>
          </p:cNvPr>
          <p:cNvGrpSpPr/>
          <p:nvPr/>
        </p:nvGrpSpPr>
        <p:grpSpPr>
          <a:xfrm>
            <a:off x="9609343" y="1928447"/>
            <a:ext cx="2505332" cy="4892684"/>
            <a:chOff x="10891597" y="744694"/>
            <a:chExt cx="3011855" cy="5881877"/>
          </a:xfrm>
        </p:grpSpPr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793F9505-D3A1-4D92-ABE2-FF1B2F7B9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891597" y="744694"/>
              <a:ext cx="3011855" cy="5881877"/>
            </a:xfrm>
            <a:prstGeom prst="rect">
              <a:avLst/>
            </a:prstGeom>
          </p:spPr>
        </p:pic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DD7E281C-B3A8-4D42-8CDB-97C46E44B60A}"/>
                </a:ext>
              </a:extLst>
            </p:cNvPr>
            <p:cNvSpPr/>
            <p:nvPr/>
          </p:nvSpPr>
          <p:spPr>
            <a:xfrm>
              <a:off x="11280538" y="3555365"/>
              <a:ext cx="2570480" cy="96350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2710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7565358A-BA79-4DDD-B494-A3781FFCC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5A8A8588-FEEC-404D-A890-B1C51E6D5040}"/>
              </a:ext>
            </a:extLst>
          </p:cNvPr>
          <p:cNvSpPr/>
          <p:nvPr/>
        </p:nvSpPr>
        <p:spPr>
          <a:xfrm>
            <a:off x="558800" y="3921760"/>
            <a:ext cx="1757680" cy="1930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7AF52C0-5AF9-499A-9FE0-5DAE35CFB10B}"/>
              </a:ext>
            </a:extLst>
          </p:cNvPr>
          <p:cNvSpPr/>
          <p:nvPr/>
        </p:nvSpPr>
        <p:spPr>
          <a:xfrm>
            <a:off x="3464560" y="3235960"/>
            <a:ext cx="2854960" cy="878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599BC91-A32D-4883-B57B-039E9050D9D3}"/>
              </a:ext>
            </a:extLst>
          </p:cNvPr>
          <p:cNvSpPr/>
          <p:nvPr/>
        </p:nvSpPr>
        <p:spPr>
          <a:xfrm>
            <a:off x="3703320" y="2987040"/>
            <a:ext cx="3083560" cy="2489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401BC78-7052-4FB9-8EE6-F2349D0BB14B}"/>
              </a:ext>
            </a:extLst>
          </p:cNvPr>
          <p:cNvSpPr/>
          <p:nvPr/>
        </p:nvSpPr>
        <p:spPr>
          <a:xfrm>
            <a:off x="8554720" y="2214880"/>
            <a:ext cx="2346960" cy="21437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2334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B894BA02-5079-4762-9194-3BF7803E2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617A6463-5894-4EB5-8824-DBDAFA01E7D1}"/>
              </a:ext>
            </a:extLst>
          </p:cNvPr>
          <p:cNvSpPr/>
          <p:nvPr/>
        </p:nvSpPr>
        <p:spPr>
          <a:xfrm>
            <a:off x="558800" y="4064000"/>
            <a:ext cx="1856740" cy="1917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A60394E-AB98-440F-B694-88A4CF6A3F5C}"/>
              </a:ext>
            </a:extLst>
          </p:cNvPr>
          <p:cNvSpPr/>
          <p:nvPr/>
        </p:nvSpPr>
        <p:spPr>
          <a:xfrm>
            <a:off x="3464560" y="3235960"/>
            <a:ext cx="2854960" cy="878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9337620-F20B-46A3-8307-2C79B7092DD4}"/>
              </a:ext>
            </a:extLst>
          </p:cNvPr>
          <p:cNvSpPr/>
          <p:nvPr/>
        </p:nvSpPr>
        <p:spPr>
          <a:xfrm>
            <a:off x="3703320" y="2987040"/>
            <a:ext cx="3083560" cy="2489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68A2E98-0249-4E5D-B4FC-0DC3B2035051}"/>
              </a:ext>
            </a:extLst>
          </p:cNvPr>
          <p:cNvSpPr/>
          <p:nvPr/>
        </p:nvSpPr>
        <p:spPr>
          <a:xfrm>
            <a:off x="8211820" y="2164080"/>
            <a:ext cx="2346960" cy="21437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1628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918FC65-0633-4AA1-9EEE-B3AF7A7ED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C2B57DAE-C946-4316-9822-98B7BC50C1C0}"/>
              </a:ext>
            </a:extLst>
          </p:cNvPr>
          <p:cNvSpPr/>
          <p:nvPr/>
        </p:nvSpPr>
        <p:spPr>
          <a:xfrm>
            <a:off x="558800" y="4216400"/>
            <a:ext cx="1460500" cy="1422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77C5271-E3E9-4E97-B7B3-B1B0AE3F3A7C}"/>
              </a:ext>
            </a:extLst>
          </p:cNvPr>
          <p:cNvSpPr/>
          <p:nvPr/>
        </p:nvSpPr>
        <p:spPr>
          <a:xfrm>
            <a:off x="3464560" y="3235960"/>
            <a:ext cx="2854960" cy="878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54206EC-4160-4816-8B94-EC0512E7DB32}"/>
              </a:ext>
            </a:extLst>
          </p:cNvPr>
          <p:cNvSpPr/>
          <p:nvPr/>
        </p:nvSpPr>
        <p:spPr>
          <a:xfrm>
            <a:off x="3703320" y="2987040"/>
            <a:ext cx="3083560" cy="2489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AEA01CE-3339-4234-A308-CAA17EBA5428}"/>
              </a:ext>
            </a:extLst>
          </p:cNvPr>
          <p:cNvSpPr/>
          <p:nvPr/>
        </p:nvSpPr>
        <p:spPr>
          <a:xfrm>
            <a:off x="8554720" y="2214880"/>
            <a:ext cx="1935480" cy="20015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840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10833D2-00FC-41D9-AD19-61D3A69D2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0BC60A2F-46B0-43D9-9A21-AE8EBD91DFFB}"/>
              </a:ext>
            </a:extLst>
          </p:cNvPr>
          <p:cNvSpPr/>
          <p:nvPr/>
        </p:nvSpPr>
        <p:spPr>
          <a:xfrm>
            <a:off x="7677150" y="600075"/>
            <a:ext cx="1238250" cy="14192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ABB16FC-FDF1-47C5-BD94-0C53829D47C5}"/>
              </a:ext>
            </a:extLst>
          </p:cNvPr>
          <p:cNvSpPr/>
          <p:nvPr/>
        </p:nvSpPr>
        <p:spPr>
          <a:xfrm>
            <a:off x="2105025" y="466725"/>
            <a:ext cx="438150" cy="2095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4761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0BB00D-751C-4A91-8A1E-2E1C0F699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B960F9EC-3467-4A64-82F0-5696B82E657B}"/>
              </a:ext>
            </a:extLst>
          </p:cNvPr>
          <p:cNvSpPr/>
          <p:nvPr/>
        </p:nvSpPr>
        <p:spPr>
          <a:xfrm>
            <a:off x="8343900" y="2133600"/>
            <a:ext cx="2276475" cy="20764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267D3DA-5E11-49A0-99DB-10D7B8470270}"/>
              </a:ext>
            </a:extLst>
          </p:cNvPr>
          <p:cNvSpPr/>
          <p:nvPr/>
        </p:nvSpPr>
        <p:spPr>
          <a:xfrm>
            <a:off x="3033713" y="2390775"/>
            <a:ext cx="3738562" cy="150495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F5E5467-1704-49AB-B42F-36886D65A6A0}"/>
              </a:ext>
            </a:extLst>
          </p:cNvPr>
          <p:cNvSpPr/>
          <p:nvPr/>
        </p:nvSpPr>
        <p:spPr>
          <a:xfrm>
            <a:off x="3033713" y="4133850"/>
            <a:ext cx="3738562" cy="102870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9999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C688859-FE2D-4C6C-9C6C-52C1814CB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4B45D38B-EA1B-4B75-BD7A-AB579B07BE97}"/>
              </a:ext>
            </a:extLst>
          </p:cNvPr>
          <p:cNvSpPr/>
          <p:nvPr/>
        </p:nvSpPr>
        <p:spPr>
          <a:xfrm>
            <a:off x="3033713" y="2390775"/>
            <a:ext cx="3738562" cy="8286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80AB1D3-59A3-47D7-9860-2C63B8BBF18B}"/>
              </a:ext>
            </a:extLst>
          </p:cNvPr>
          <p:cNvSpPr/>
          <p:nvPr/>
        </p:nvSpPr>
        <p:spPr>
          <a:xfrm>
            <a:off x="533400" y="2533650"/>
            <a:ext cx="619125" cy="1809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5662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BDA845D-8566-4303-9287-FC15F2C1A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B4F5DE46-06E0-4AE9-BF8A-85E15A3BD75F}"/>
              </a:ext>
            </a:extLst>
          </p:cNvPr>
          <p:cNvSpPr/>
          <p:nvPr/>
        </p:nvSpPr>
        <p:spPr>
          <a:xfrm>
            <a:off x="3067050" y="5210175"/>
            <a:ext cx="3738562" cy="34290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9307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62DE75D-6961-4620-A82F-A5B3F01BC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8E71774-7291-4702-B470-337D57AB8664}"/>
              </a:ext>
            </a:extLst>
          </p:cNvPr>
          <p:cNvSpPr/>
          <p:nvPr/>
        </p:nvSpPr>
        <p:spPr>
          <a:xfrm>
            <a:off x="2062480" y="452119"/>
            <a:ext cx="513080" cy="218441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5B8E4FB-CFDA-4CC7-9653-DA69D30A4F2C}"/>
              </a:ext>
            </a:extLst>
          </p:cNvPr>
          <p:cNvSpPr/>
          <p:nvPr/>
        </p:nvSpPr>
        <p:spPr>
          <a:xfrm>
            <a:off x="3205480" y="670560"/>
            <a:ext cx="452120" cy="72644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8CD4FB8-9175-4315-A41D-924167275AAB}"/>
              </a:ext>
            </a:extLst>
          </p:cNvPr>
          <p:cNvSpPr/>
          <p:nvPr/>
        </p:nvSpPr>
        <p:spPr>
          <a:xfrm>
            <a:off x="4658360" y="1513840"/>
            <a:ext cx="1488440" cy="30480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243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F3468E0-CBFC-4835-A9A8-9181B2B8A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B6D0A9A-E4D2-40B8-BB34-823AE6CC73DD}"/>
              </a:ext>
            </a:extLst>
          </p:cNvPr>
          <p:cNvSpPr/>
          <p:nvPr/>
        </p:nvSpPr>
        <p:spPr>
          <a:xfrm>
            <a:off x="6301104" y="3185160"/>
            <a:ext cx="747395" cy="72644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5C680E0-00F3-4E7C-A4E7-166A743BF676}"/>
              </a:ext>
            </a:extLst>
          </p:cNvPr>
          <p:cNvSpPr/>
          <p:nvPr/>
        </p:nvSpPr>
        <p:spPr>
          <a:xfrm>
            <a:off x="706120" y="4076700"/>
            <a:ext cx="1751330" cy="16510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7589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8B36FA30-2593-4FD4-84B6-B0608875E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DF0BABAB-ED97-4842-B3DD-C0D1DA1541FE}"/>
              </a:ext>
            </a:extLst>
          </p:cNvPr>
          <p:cNvSpPr/>
          <p:nvPr/>
        </p:nvSpPr>
        <p:spPr>
          <a:xfrm>
            <a:off x="6329679" y="2842260"/>
            <a:ext cx="661671" cy="72644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DEA9AF4-2173-479E-9613-FB84101C4656}"/>
              </a:ext>
            </a:extLst>
          </p:cNvPr>
          <p:cNvSpPr/>
          <p:nvPr/>
        </p:nvSpPr>
        <p:spPr>
          <a:xfrm>
            <a:off x="3453129" y="2842259"/>
            <a:ext cx="2876550" cy="99631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42AF3D7-FB6D-47CB-87C6-9C3A639C0185}"/>
              </a:ext>
            </a:extLst>
          </p:cNvPr>
          <p:cNvSpPr/>
          <p:nvPr/>
        </p:nvSpPr>
        <p:spPr>
          <a:xfrm>
            <a:off x="542924" y="5467350"/>
            <a:ext cx="876301" cy="16192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85F33DC-D17D-4478-BBB6-2F8F1401E9E4}"/>
              </a:ext>
            </a:extLst>
          </p:cNvPr>
          <p:cNvSpPr/>
          <p:nvPr/>
        </p:nvSpPr>
        <p:spPr>
          <a:xfrm>
            <a:off x="8972550" y="2200275"/>
            <a:ext cx="1685925" cy="207645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F00BE10-6F33-4917-B06B-2369E2B35084}"/>
              </a:ext>
            </a:extLst>
          </p:cNvPr>
          <p:cNvSpPr/>
          <p:nvPr/>
        </p:nvSpPr>
        <p:spPr>
          <a:xfrm>
            <a:off x="3024503" y="5019675"/>
            <a:ext cx="3862071" cy="8286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2933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D128DD9-06BB-4545-B975-AFADBC5CE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AA16EA7-3900-406B-B627-4BDFDA9DB7CF}"/>
              </a:ext>
            </a:extLst>
          </p:cNvPr>
          <p:cNvSpPr/>
          <p:nvPr/>
        </p:nvSpPr>
        <p:spPr>
          <a:xfrm>
            <a:off x="866013" y="5613655"/>
            <a:ext cx="414148" cy="153162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038A397-771F-4924-A997-9337ACAB9F9A}"/>
              </a:ext>
            </a:extLst>
          </p:cNvPr>
          <p:cNvSpPr/>
          <p:nvPr/>
        </p:nvSpPr>
        <p:spPr>
          <a:xfrm>
            <a:off x="9401175" y="2190750"/>
            <a:ext cx="1019176" cy="11715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065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3258CB80-CFA4-4947-B989-F6151B8C5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AA16EA7-3900-406B-B627-4BDFDA9DB7CF}"/>
              </a:ext>
            </a:extLst>
          </p:cNvPr>
          <p:cNvSpPr/>
          <p:nvPr/>
        </p:nvSpPr>
        <p:spPr>
          <a:xfrm>
            <a:off x="866013" y="5613655"/>
            <a:ext cx="414148" cy="153162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038A397-771F-4924-A997-9337ACAB9F9A}"/>
              </a:ext>
            </a:extLst>
          </p:cNvPr>
          <p:cNvSpPr/>
          <p:nvPr/>
        </p:nvSpPr>
        <p:spPr>
          <a:xfrm>
            <a:off x="9401175" y="2190750"/>
            <a:ext cx="1019176" cy="11715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345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70FBFF5-B21C-474C-81AA-7EC3462CB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FB12073A-5C50-4B46-98BF-0FD7856B8799}"/>
              </a:ext>
            </a:extLst>
          </p:cNvPr>
          <p:cNvSpPr/>
          <p:nvPr/>
        </p:nvSpPr>
        <p:spPr>
          <a:xfrm>
            <a:off x="3267075" y="2667000"/>
            <a:ext cx="1409700" cy="23812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1659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ED89189-82DD-45CF-A10F-31F3C35E2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9BDD2F74-3DC9-45AF-984B-77B2BC5FD6A7}"/>
              </a:ext>
            </a:extLst>
          </p:cNvPr>
          <p:cNvSpPr/>
          <p:nvPr/>
        </p:nvSpPr>
        <p:spPr>
          <a:xfrm>
            <a:off x="3409950" y="2800350"/>
            <a:ext cx="2971799" cy="106680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6CBD949-8432-482A-8D2D-A356817E8BEA}"/>
              </a:ext>
            </a:extLst>
          </p:cNvPr>
          <p:cNvSpPr/>
          <p:nvPr/>
        </p:nvSpPr>
        <p:spPr>
          <a:xfrm>
            <a:off x="708660" y="5343524"/>
            <a:ext cx="691515" cy="16192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6884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180C8F2-E0F8-426B-BA80-E0C209CDE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CB3A341E-972A-4F20-913F-F4ECB3C6B47C}"/>
              </a:ext>
            </a:extLst>
          </p:cNvPr>
          <p:cNvSpPr/>
          <p:nvPr/>
        </p:nvSpPr>
        <p:spPr>
          <a:xfrm>
            <a:off x="3067050" y="4552950"/>
            <a:ext cx="3705225" cy="42862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7569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345E944-29A6-4C9E-8B00-4B7D1FFC9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907BC0D-499C-4425-8C29-731D529DB2A3}"/>
              </a:ext>
            </a:extLst>
          </p:cNvPr>
          <p:cNvSpPr/>
          <p:nvPr/>
        </p:nvSpPr>
        <p:spPr>
          <a:xfrm>
            <a:off x="5086350" y="4800599"/>
            <a:ext cx="1209675" cy="9810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EE0DFF6-F761-4DB9-BDF0-AA70F7CCCD7E}"/>
              </a:ext>
            </a:extLst>
          </p:cNvPr>
          <p:cNvSpPr/>
          <p:nvPr/>
        </p:nvSpPr>
        <p:spPr>
          <a:xfrm>
            <a:off x="533400" y="2828924"/>
            <a:ext cx="1781175" cy="114301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4669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AC2838C-329D-40D6-93B2-3913B251A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8022274D-9BB4-4932-9AF5-BD2CA534EB63}"/>
              </a:ext>
            </a:extLst>
          </p:cNvPr>
          <p:cNvSpPr/>
          <p:nvPr/>
        </p:nvSpPr>
        <p:spPr>
          <a:xfrm>
            <a:off x="3105150" y="1952625"/>
            <a:ext cx="600075" cy="2190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BE70AEE-7993-44BA-9136-99B69B5E09DC}"/>
              </a:ext>
            </a:extLst>
          </p:cNvPr>
          <p:cNvSpPr/>
          <p:nvPr/>
        </p:nvSpPr>
        <p:spPr>
          <a:xfrm>
            <a:off x="514350" y="5448300"/>
            <a:ext cx="600075" cy="2190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46808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8436365-3BA2-43F7-93A0-A00DF04A1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DEDFE886-0E37-4A87-B6AE-B05C2B9C84EE}"/>
              </a:ext>
            </a:extLst>
          </p:cNvPr>
          <p:cNvSpPr/>
          <p:nvPr/>
        </p:nvSpPr>
        <p:spPr>
          <a:xfrm>
            <a:off x="333375" y="5600700"/>
            <a:ext cx="600075" cy="2190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11BD2F4-1417-4DE5-B901-C18AC57D4B9E}"/>
              </a:ext>
            </a:extLst>
          </p:cNvPr>
          <p:cNvSpPr/>
          <p:nvPr/>
        </p:nvSpPr>
        <p:spPr>
          <a:xfrm>
            <a:off x="1066800" y="2724150"/>
            <a:ext cx="914400" cy="24765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341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ACEC8-FA6F-4230-8E4B-DCB2357AB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CDA108FF-C720-405D-B889-3221E18DAE27}"/>
              </a:ext>
            </a:extLst>
          </p:cNvPr>
          <p:cNvSpPr/>
          <p:nvPr/>
        </p:nvSpPr>
        <p:spPr>
          <a:xfrm>
            <a:off x="523875" y="5915025"/>
            <a:ext cx="971550" cy="16192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60F741B-25AF-4AF0-959D-B88FC8713B0C}"/>
              </a:ext>
            </a:extLst>
          </p:cNvPr>
          <p:cNvSpPr/>
          <p:nvPr/>
        </p:nvSpPr>
        <p:spPr>
          <a:xfrm>
            <a:off x="7096125" y="2095500"/>
            <a:ext cx="1733550" cy="25431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7216443-72C6-4B1B-A0D1-BACEC85FC51B}"/>
              </a:ext>
            </a:extLst>
          </p:cNvPr>
          <p:cNvSpPr/>
          <p:nvPr/>
        </p:nvSpPr>
        <p:spPr>
          <a:xfrm>
            <a:off x="6725920" y="3042920"/>
            <a:ext cx="175260" cy="17653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325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F632985-9842-478F-ABCC-80B09BAFF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583CF9D5-27B3-4777-A701-CCFB6C01B1A9}"/>
              </a:ext>
            </a:extLst>
          </p:cNvPr>
          <p:cNvSpPr/>
          <p:nvPr/>
        </p:nvSpPr>
        <p:spPr>
          <a:xfrm>
            <a:off x="2169160" y="680881"/>
            <a:ext cx="853440" cy="685639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3A34C14-EE79-48DE-AFCD-00D54D0B5216}"/>
              </a:ext>
            </a:extLst>
          </p:cNvPr>
          <p:cNvSpPr/>
          <p:nvPr/>
        </p:nvSpPr>
        <p:spPr>
          <a:xfrm>
            <a:off x="2915920" y="462440"/>
            <a:ext cx="294640" cy="218441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CA85D3F-F902-4EA1-AF41-BD4FFF70B54B}"/>
              </a:ext>
            </a:extLst>
          </p:cNvPr>
          <p:cNvSpPr/>
          <p:nvPr/>
        </p:nvSpPr>
        <p:spPr>
          <a:xfrm>
            <a:off x="548639" y="4362450"/>
            <a:ext cx="731521" cy="16891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415D521-719F-409F-AD5A-3CD98E20781A}"/>
              </a:ext>
            </a:extLst>
          </p:cNvPr>
          <p:cNvSpPr/>
          <p:nvPr/>
        </p:nvSpPr>
        <p:spPr>
          <a:xfrm>
            <a:off x="721359" y="4531360"/>
            <a:ext cx="670561" cy="11684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D84C06E-7368-4118-AE82-DBC4498A9E46}"/>
              </a:ext>
            </a:extLst>
          </p:cNvPr>
          <p:cNvSpPr/>
          <p:nvPr/>
        </p:nvSpPr>
        <p:spPr>
          <a:xfrm>
            <a:off x="849375" y="5486400"/>
            <a:ext cx="998475" cy="136461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60B657A-4DCF-4676-8EC4-C3EB9CA76567}"/>
              </a:ext>
            </a:extLst>
          </p:cNvPr>
          <p:cNvSpPr/>
          <p:nvPr/>
        </p:nvSpPr>
        <p:spPr>
          <a:xfrm>
            <a:off x="1020825" y="5903595"/>
            <a:ext cx="606045" cy="136461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2B60D95-9521-4369-BDBC-70BCC7BE7D8C}"/>
              </a:ext>
            </a:extLst>
          </p:cNvPr>
          <p:cNvSpPr/>
          <p:nvPr/>
        </p:nvSpPr>
        <p:spPr>
          <a:xfrm>
            <a:off x="3946905" y="3360769"/>
            <a:ext cx="850647" cy="181007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E47A5C7-4A79-40FE-8705-F44631661F4A}"/>
              </a:ext>
            </a:extLst>
          </p:cNvPr>
          <p:cNvSpPr/>
          <p:nvPr/>
        </p:nvSpPr>
        <p:spPr>
          <a:xfrm>
            <a:off x="3860545" y="2004409"/>
            <a:ext cx="411735" cy="181007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97955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34629A-33FC-4522-85DF-E564CCAF6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86A2DE-4F2A-49F7-87AB-24A96CF47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AD3586-54A7-4866-BBCC-3D392224E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26D748CA-ACF8-403E-8220-C791CD93FED6}"/>
              </a:ext>
            </a:extLst>
          </p:cNvPr>
          <p:cNvSpPr/>
          <p:nvPr/>
        </p:nvSpPr>
        <p:spPr>
          <a:xfrm>
            <a:off x="187960" y="1137921"/>
            <a:ext cx="680720" cy="6775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A703196-2930-47D8-8C1A-A9C9AA73F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" y="734219"/>
            <a:ext cx="12192000" cy="6534150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81AC84CD-2FC4-4966-9B16-7EAC1F2E2927}"/>
              </a:ext>
            </a:extLst>
          </p:cNvPr>
          <p:cNvSpPr/>
          <p:nvPr/>
        </p:nvSpPr>
        <p:spPr>
          <a:xfrm>
            <a:off x="1163320" y="1815465"/>
            <a:ext cx="680720" cy="6775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720DBCC-61C4-4A55-892E-61E6105AC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040" y="2627946"/>
            <a:ext cx="12192000" cy="6534150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B1B2D19-86C1-4B5F-B79F-EA80066F74F1}"/>
              </a:ext>
            </a:extLst>
          </p:cNvPr>
          <p:cNvSpPr/>
          <p:nvPr/>
        </p:nvSpPr>
        <p:spPr>
          <a:xfrm>
            <a:off x="2114550" y="4133849"/>
            <a:ext cx="676275" cy="1409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7F7C0FA-49F5-4A7F-B733-2BF2861C1BF8}"/>
              </a:ext>
            </a:extLst>
          </p:cNvPr>
          <p:cNvSpPr/>
          <p:nvPr/>
        </p:nvSpPr>
        <p:spPr>
          <a:xfrm>
            <a:off x="2255520" y="4847114"/>
            <a:ext cx="838200" cy="1409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4A26A7D-02F6-498A-8774-19130F0DC560}"/>
              </a:ext>
            </a:extLst>
          </p:cNvPr>
          <p:cNvSpPr/>
          <p:nvPr/>
        </p:nvSpPr>
        <p:spPr>
          <a:xfrm>
            <a:off x="2526030" y="4982051"/>
            <a:ext cx="1116330" cy="1409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7B61B3F-90ED-4C9C-9B21-31622BED1340}"/>
              </a:ext>
            </a:extLst>
          </p:cNvPr>
          <p:cNvSpPr/>
          <p:nvPr/>
        </p:nvSpPr>
        <p:spPr>
          <a:xfrm>
            <a:off x="5565648" y="6533865"/>
            <a:ext cx="518160" cy="20319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350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5EFDCF-0F86-4702-8B73-8E25A832E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36F508-5B37-48AA-ACF1-7907D8A3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5FE8A7-3E86-4B77-BF73-92C163528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C2941FCF-4327-4B57-87D1-3D34F1FAE49B}"/>
              </a:ext>
            </a:extLst>
          </p:cNvPr>
          <p:cNvSpPr/>
          <p:nvPr/>
        </p:nvSpPr>
        <p:spPr>
          <a:xfrm>
            <a:off x="104775" y="4267200"/>
            <a:ext cx="4257675" cy="143827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EA14019-99AE-44B9-B66A-9624482FF5D8}"/>
              </a:ext>
            </a:extLst>
          </p:cNvPr>
          <p:cNvSpPr/>
          <p:nvPr/>
        </p:nvSpPr>
        <p:spPr>
          <a:xfrm>
            <a:off x="3708273" y="5795963"/>
            <a:ext cx="518160" cy="20319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86961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9AA190-1250-48D9-93C3-F999DB35E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2F0F84-46D7-4794-83D8-F5956EFB7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7960655-D3C1-478A-85DF-C345225D8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74711B5-C153-4BD6-954D-FEBEB4010894}"/>
              </a:ext>
            </a:extLst>
          </p:cNvPr>
          <p:cNvSpPr/>
          <p:nvPr/>
        </p:nvSpPr>
        <p:spPr>
          <a:xfrm>
            <a:off x="518160" y="1607821"/>
            <a:ext cx="468630" cy="1371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2E5CFF4-027B-4A69-B1C3-A1C741AC3406}"/>
              </a:ext>
            </a:extLst>
          </p:cNvPr>
          <p:cNvSpPr/>
          <p:nvPr/>
        </p:nvSpPr>
        <p:spPr>
          <a:xfrm>
            <a:off x="184784" y="3429000"/>
            <a:ext cx="1150239" cy="3688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ACD62D6-79AC-431E-839B-F38A7D79A8EC}"/>
              </a:ext>
            </a:extLst>
          </p:cNvPr>
          <p:cNvSpPr/>
          <p:nvPr/>
        </p:nvSpPr>
        <p:spPr>
          <a:xfrm>
            <a:off x="1280159" y="6089904"/>
            <a:ext cx="538481" cy="2743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51395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6B9BA0-7666-4112-B0E9-92253882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B345F4-1D03-44FE-A15F-5F2F7E683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4E609B4-2827-40D8-BBC9-953993D49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EAFE9C64-EF75-44FE-B42B-976B17FC725C}"/>
              </a:ext>
            </a:extLst>
          </p:cNvPr>
          <p:cNvSpPr/>
          <p:nvPr/>
        </p:nvSpPr>
        <p:spPr>
          <a:xfrm>
            <a:off x="4004310" y="723900"/>
            <a:ext cx="411480" cy="1714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3125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3258DE-77EC-4A6A-ABBB-FDD885EDE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3E007E-EA49-4C30-AD2A-F55499B26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397E5DE-3717-4947-B2C9-2598BC64D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9EDE870E-F387-4AEA-889B-A6F59FBFA11B}"/>
              </a:ext>
            </a:extLst>
          </p:cNvPr>
          <p:cNvSpPr/>
          <p:nvPr/>
        </p:nvSpPr>
        <p:spPr>
          <a:xfrm>
            <a:off x="426719" y="3105150"/>
            <a:ext cx="1240155" cy="4762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B521151-AD33-4DEF-9A5F-DEA2492AF9B9}"/>
              </a:ext>
            </a:extLst>
          </p:cNvPr>
          <p:cNvSpPr/>
          <p:nvPr/>
        </p:nvSpPr>
        <p:spPr>
          <a:xfrm>
            <a:off x="2733675" y="3429000"/>
            <a:ext cx="542926" cy="33337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32122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72C893-8C4B-4FD5-ACE9-0D56E45F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6AAD9A-D09E-4CBF-BB82-7D824795B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CCBD4DB-8649-4C90-B06E-FED26B43F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026CF2D-B9ED-4F59-9F62-9AEE8CD441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48438" b="3548"/>
          <a:stretch/>
        </p:blipFill>
        <p:spPr>
          <a:xfrm>
            <a:off x="6453188" y="1174750"/>
            <a:ext cx="6286500" cy="6302375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696AF44-82EE-4E31-B542-98EABC50EEC5}"/>
              </a:ext>
            </a:extLst>
          </p:cNvPr>
          <p:cNvSpPr/>
          <p:nvPr/>
        </p:nvSpPr>
        <p:spPr>
          <a:xfrm>
            <a:off x="2743200" y="3190875"/>
            <a:ext cx="3276600" cy="33337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CD34B7C-9E9F-41D5-A1BA-694541A54411}"/>
              </a:ext>
            </a:extLst>
          </p:cNvPr>
          <p:cNvSpPr/>
          <p:nvPr/>
        </p:nvSpPr>
        <p:spPr>
          <a:xfrm>
            <a:off x="704850" y="3362325"/>
            <a:ext cx="942975" cy="1619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5DB8909-1133-4A62-862C-6F8ACF80497F}"/>
              </a:ext>
            </a:extLst>
          </p:cNvPr>
          <p:cNvSpPr/>
          <p:nvPr/>
        </p:nvSpPr>
        <p:spPr>
          <a:xfrm>
            <a:off x="9210675" y="4316412"/>
            <a:ext cx="942975" cy="1619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F71DBB99-8FBA-47CC-AFFC-17C15EFBC4ED}"/>
              </a:ext>
            </a:extLst>
          </p:cNvPr>
          <p:cNvSpPr/>
          <p:nvPr/>
        </p:nvSpPr>
        <p:spPr>
          <a:xfrm>
            <a:off x="4629150" y="4041777"/>
            <a:ext cx="1952625" cy="847724"/>
          </a:xfrm>
          <a:custGeom>
            <a:avLst/>
            <a:gdLst>
              <a:gd name="connsiteX0" fmla="*/ 0 w 1628775"/>
              <a:gd name="connsiteY0" fmla="*/ 150019 h 600075"/>
              <a:gd name="connsiteX1" fmla="*/ 1328738 w 1628775"/>
              <a:gd name="connsiteY1" fmla="*/ 150019 h 600075"/>
              <a:gd name="connsiteX2" fmla="*/ 1328738 w 1628775"/>
              <a:gd name="connsiteY2" fmla="*/ 0 h 600075"/>
              <a:gd name="connsiteX3" fmla="*/ 1628775 w 1628775"/>
              <a:gd name="connsiteY3" fmla="*/ 300038 h 600075"/>
              <a:gd name="connsiteX4" fmla="*/ 1328738 w 1628775"/>
              <a:gd name="connsiteY4" fmla="*/ 600075 h 600075"/>
              <a:gd name="connsiteX5" fmla="*/ 1328738 w 1628775"/>
              <a:gd name="connsiteY5" fmla="*/ 450056 h 600075"/>
              <a:gd name="connsiteX6" fmla="*/ 0 w 1628775"/>
              <a:gd name="connsiteY6" fmla="*/ 450056 h 600075"/>
              <a:gd name="connsiteX7" fmla="*/ 0 w 1628775"/>
              <a:gd name="connsiteY7" fmla="*/ 150019 h 600075"/>
              <a:gd name="connsiteX0" fmla="*/ 0 w 1628775"/>
              <a:gd name="connsiteY0" fmla="*/ 450056 h 600075"/>
              <a:gd name="connsiteX1" fmla="*/ 1328738 w 1628775"/>
              <a:gd name="connsiteY1" fmla="*/ 150019 h 600075"/>
              <a:gd name="connsiteX2" fmla="*/ 1328738 w 1628775"/>
              <a:gd name="connsiteY2" fmla="*/ 0 h 600075"/>
              <a:gd name="connsiteX3" fmla="*/ 1628775 w 1628775"/>
              <a:gd name="connsiteY3" fmla="*/ 300038 h 600075"/>
              <a:gd name="connsiteX4" fmla="*/ 1328738 w 1628775"/>
              <a:gd name="connsiteY4" fmla="*/ 600075 h 600075"/>
              <a:gd name="connsiteX5" fmla="*/ 1328738 w 1628775"/>
              <a:gd name="connsiteY5" fmla="*/ 450056 h 600075"/>
              <a:gd name="connsiteX6" fmla="*/ 0 w 1628775"/>
              <a:gd name="connsiteY6" fmla="*/ 450056 h 600075"/>
              <a:gd name="connsiteX0" fmla="*/ 0 w 1828800"/>
              <a:gd name="connsiteY0" fmla="*/ 0 h 635794"/>
              <a:gd name="connsiteX1" fmla="*/ 1528763 w 1828800"/>
              <a:gd name="connsiteY1" fmla="*/ 185738 h 635794"/>
              <a:gd name="connsiteX2" fmla="*/ 1528763 w 1828800"/>
              <a:gd name="connsiteY2" fmla="*/ 35719 h 635794"/>
              <a:gd name="connsiteX3" fmla="*/ 1828800 w 1828800"/>
              <a:gd name="connsiteY3" fmla="*/ 335757 h 635794"/>
              <a:gd name="connsiteX4" fmla="*/ 1528763 w 1828800"/>
              <a:gd name="connsiteY4" fmla="*/ 635794 h 635794"/>
              <a:gd name="connsiteX5" fmla="*/ 1528763 w 1828800"/>
              <a:gd name="connsiteY5" fmla="*/ 485775 h 635794"/>
              <a:gd name="connsiteX6" fmla="*/ 0 w 1828800"/>
              <a:gd name="connsiteY6" fmla="*/ 0 h 635794"/>
              <a:gd name="connsiteX0" fmla="*/ 0 w 1828800"/>
              <a:gd name="connsiteY0" fmla="*/ 0 h 750094"/>
              <a:gd name="connsiteX1" fmla="*/ 1528763 w 1828800"/>
              <a:gd name="connsiteY1" fmla="*/ 185738 h 750094"/>
              <a:gd name="connsiteX2" fmla="*/ 1528763 w 1828800"/>
              <a:gd name="connsiteY2" fmla="*/ 35719 h 750094"/>
              <a:gd name="connsiteX3" fmla="*/ 1828800 w 1828800"/>
              <a:gd name="connsiteY3" fmla="*/ 335757 h 750094"/>
              <a:gd name="connsiteX4" fmla="*/ 1357313 w 1828800"/>
              <a:gd name="connsiteY4" fmla="*/ 750094 h 750094"/>
              <a:gd name="connsiteX5" fmla="*/ 1528763 w 1828800"/>
              <a:gd name="connsiteY5" fmla="*/ 485775 h 750094"/>
              <a:gd name="connsiteX6" fmla="*/ 0 w 1828800"/>
              <a:gd name="connsiteY6" fmla="*/ 0 h 750094"/>
              <a:gd name="connsiteX0" fmla="*/ 0 w 1828800"/>
              <a:gd name="connsiteY0" fmla="*/ 0 h 750094"/>
              <a:gd name="connsiteX1" fmla="*/ 1528763 w 1828800"/>
              <a:gd name="connsiteY1" fmla="*/ 185738 h 750094"/>
              <a:gd name="connsiteX2" fmla="*/ 1528763 w 1828800"/>
              <a:gd name="connsiteY2" fmla="*/ 35719 h 750094"/>
              <a:gd name="connsiteX3" fmla="*/ 1828800 w 1828800"/>
              <a:gd name="connsiteY3" fmla="*/ 335757 h 750094"/>
              <a:gd name="connsiteX4" fmla="*/ 1357313 w 1828800"/>
              <a:gd name="connsiteY4" fmla="*/ 750094 h 750094"/>
              <a:gd name="connsiteX5" fmla="*/ 1395413 w 1828800"/>
              <a:gd name="connsiteY5" fmla="*/ 523875 h 750094"/>
              <a:gd name="connsiteX6" fmla="*/ 0 w 1828800"/>
              <a:gd name="connsiteY6" fmla="*/ 0 h 750094"/>
              <a:gd name="connsiteX0" fmla="*/ 0 w 1828800"/>
              <a:gd name="connsiteY0" fmla="*/ 0 h 750094"/>
              <a:gd name="connsiteX1" fmla="*/ 1481138 w 1828800"/>
              <a:gd name="connsiteY1" fmla="*/ 357188 h 750094"/>
              <a:gd name="connsiteX2" fmla="*/ 1528763 w 1828800"/>
              <a:gd name="connsiteY2" fmla="*/ 35719 h 750094"/>
              <a:gd name="connsiteX3" fmla="*/ 1828800 w 1828800"/>
              <a:gd name="connsiteY3" fmla="*/ 335757 h 750094"/>
              <a:gd name="connsiteX4" fmla="*/ 1357313 w 1828800"/>
              <a:gd name="connsiteY4" fmla="*/ 750094 h 750094"/>
              <a:gd name="connsiteX5" fmla="*/ 1395413 w 1828800"/>
              <a:gd name="connsiteY5" fmla="*/ 523875 h 750094"/>
              <a:gd name="connsiteX6" fmla="*/ 0 w 1828800"/>
              <a:gd name="connsiteY6" fmla="*/ 0 h 750094"/>
              <a:gd name="connsiteX0" fmla="*/ 0 w 4772025"/>
              <a:gd name="connsiteY0" fmla="*/ 0 h 1273969"/>
              <a:gd name="connsiteX1" fmla="*/ 4424363 w 4772025"/>
              <a:gd name="connsiteY1" fmla="*/ 881063 h 1273969"/>
              <a:gd name="connsiteX2" fmla="*/ 4471988 w 4772025"/>
              <a:gd name="connsiteY2" fmla="*/ 559594 h 1273969"/>
              <a:gd name="connsiteX3" fmla="*/ 4772025 w 4772025"/>
              <a:gd name="connsiteY3" fmla="*/ 859632 h 1273969"/>
              <a:gd name="connsiteX4" fmla="*/ 4300538 w 4772025"/>
              <a:gd name="connsiteY4" fmla="*/ 1273969 h 1273969"/>
              <a:gd name="connsiteX5" fmla="*/ 4338638 w 4772025"/>
              <a:gd name="connsiteY5" fmla="*/ 1047750 h 1273969"/>
              <a:gd name="connsiteX6" fmla="*/ 0 w 4772025"/>
              <a:gd name="connsiteY6" fmla="*/ 0 h 1273969"/>
              <a:gd name="connsiteX0" fmla="*/ 0 w 4772025"/>
              <a:gd name="connsiteY0" fmla="*/ 0 h 1273969"/>
              <a:gd name="connsiteX1" fmla="*/ 4424363 w 4772025"/>
              <a:gd name="connsiteY1" fmla="*/ 881063 h 1273969"/>
              <a:gd name="connsiteX2" fmla="*/ 4471988 w 4772025"/>
              <a:gd name="connsiteY2" fmla="*/ 559594 h 1273969"/>
              <a:gd name="connsiteX3" fmla="*/ 4772025 w 4772025"/>
              <a:gd name="connsiteY3" fmla="*/ 859632 h 1273969"/>
              <a:gd name="connsiteX4" fmla="*/ 4300538 w 4772025"/>
              <a:gd name="connsiteY4" fmla="*/ 1273969 h 1273969"/>
              <a:gd name="connsiteX5" fmla="*/ 4338638 w 4772025"/>
              <a:gd name="connsiteY5" fmla="*/ 1047750 h 1273969"/>
              <a:gd name="connsiteX6" fmla="*/ 0 w 4772025"/>
              <a:gd name="connsiteY6" fmla="*/ 0 h 1273969"/>
              <a:gd name="connsiteX0" fmla="*/ 0 w 4772025"/>
              <a:gd name="connsiteY0" fmla="*/ 0 h 1273969"/>
              <a:gd name="connsiteX1" fmla="*/ 4424363 w 4772025"/>
              <a:gd name="connsiteY1" fmla="*/ 881063 h 1273969"/>
              <a:gd name="connsiteX2" fmla="*/ 4471988 w 4772025"/>
              <a:gd name="connsiteY2" fmla="*/ 559594 h 1273969"/>
              <a:gd name="connsiteX3" fmla="*/ 4772025 w 4772025"/>
              <a:gd name="connsiteY3" fmla="*/ 859632 h 1273969"/>
              <a:gd name="connsiteX4" fmla="*/ 4300538 w 4772025"/>
              <a:gd name="connsiteY4" fmla="*/ 1273969 h 1273969"/>
              <a:gd name="connsiteX5" fmla="*/ 4338638 w 4772025"/>
              <a:gd name="connsiteY5" fmla="*/ 1047750 h 1273969"/>
              <a:gd name="connsiteX6" fmla="*/ 0 w 4772025"/>
              <a:gd name="connsiteY6" fmla="*/ 0 h 1273969"/>
              <a:gd name="connsiteX0" fmla="*/ 0 w 4772025"/>
              <a:gd name="connsiteY0" fmla="*/ 0 h 1273969"/>
              <a:gd name="connsiteX1" fmla="*/ 4129088 w 4772025"/>
              <a:gd name="connsiteY1" fmla="*/ 576263 h 1273969"/>
              <a:gd name="connsiteX2" fmla="*/ 4471988 w 4772025"/>
              <a:gd name="connsiteY2" fmla="*/ 559594 h 1273969"/>
              <a:gd name="connsiteX3" fmla="*/ 4772025 w 4772025"/>
              <a:gd name="connsiteY3" fmla="*/ 859632 h 1273969"/>
              <a:gd name="connsiteX4" fmla="*/ 4300538 w 4772025"/>
              <a:gd name="connsiteY4" fmla="*/ 1273969 h 1273969"/>
              <a:gd name="connsiteX5" fmla="*/ 4338638 w 4772025"/>
              <a:gd name="connsiteY5" fmla="*/ 1047750 h 1273969"/>
              <a:gd name="connsiteX6" fmla="*/ 0 w 4772025"/>
              <a:gd name="connsiteY6" fmla="*/ 0 h 1273969"/>
              <a:gd name="connsiteX0" fmla="*/ 0 w 4876800"/>
              <a:gd name="connsiteY0" fmla="*/ 0 h 1273969"/>
              <a:gd name="connsiteX1" fmla="*/ 4129088 w 4876800"/>
              <a:gd name="connsiteY1" fmla="*/ 576263 h 1273969"/>
              <a:gd name="connsiteX2" fmla="*/ 4471988 w 4876800"/>
              <a:gd name="connsiteY2" fmla="*/ 559594 h 1273969"/>
              <a:gd name="connsiteX3" fmla="*/ 4876800 w 4876800"/>
              <a:gd name="connsiteY3" fmla="*/ 869157 h 1273969"/>
              <a:gd name="connsiteX4" fmla="*/ 4300538 w 4876800"/>
              <a:gd name="connsiteY4" fmla="*/ 1273969 h 1273969"/>
              <a:gd name="connsiteX5" fmla="*/ 4338638 w 4876800"/>
              <a:gd name="connsiteY5" fmla="*/ 1047750 h 1273969"/>
              <a:gd name="connsiteX6" fmla="*/ 0 w 4876800"/>
              <a:gd name="connsiteY6" fmla="*/ 0 h 1273969"/>
              <a:gd name="connsiteX0" fmla="*/ 0 w 4876800"/>
              <a:gd name="connsiteY0" fmla="*/ 0 h 1273969"/>
              <a:gd name="connsiteX1" fmla="*/ 4129088 w 4876800"/>
              <a:gd name="connsiteY1" fmla="*/ 576263 h 1273969"/>
              <a:gd name="connsiteX2" fmla="*/ 4595813 w 4876800"/>
              <a:gd name="connsiteY2" fmla="*/ 235744 h 1273969"/>
              <a:gd name="connsiteX3" fmla="*/ 4876800 w 4876800"/>
              <a:gd name="connsiteY3" fmla="*/ 869157 h 1273969"/>
              <a:gd name="connsiteX4" fmla="*/ 4300538 w 4876800"/>
              <a:gd name="connsiteY4" fmla="*/ 1273969 h 1273969"/>
              <a:gd name="connsiteX5" fmla="*/ 4338638 w 4876800"/>
              <a:gd name="connsiteY5" fmla="*/ 1047750 h 1273969"/>
              <a:gd name="connsiteX6" fmla="*/ 0 w 4876800"/>
              <a:gd name="connsiteY6" fmla="*/ 0 h 1273969"/>
              <a:gd name="connsiteX0" fmla="*/ 0 w 4876800"/>
              <a:gd name="connsiteY0" fmla="*/ 0 h 1273969"/>
              <a:gd name="connsiteX1" fmla="*/ 4481513 w 4876800"/>
              <a:gd name="connsiteY1" fmla="*/ 633413 h 1273969"/>
              <a:gd name="connsiteX2" fmla="*/ 4595813 w 4876800"/>
              <a:gd name="connsiteY2" fmla="*/ 235744 h 1273969"/>
              <a:gd name="connsiteX3" fmla="*/ 4876800 w 4876800"/>
              <a:gd name="connsiteY3" fmla="*/ 869157 h 1273969"/>
              <a:gd name="connsiteX4" fmla="*/ 4300538 w 4876800"/>
              <a:gd name="connsiteY4" fmla="*/ 1273969 h 1273969"/>
              <a:gd name="connsiteX5" fmla="*/ 4338638 w 4876800"/>
              <a:gd name="connsiteY5" fmla="*/ 1047750 h 1273969"/>
              <a:gd name="connsiteX6" fmla="*/ 0 w 4876800"/>
              <a:gd name="connsiteY6" fmla="*/ 0 h 1273969"/>
              <a:gd name="connsiteX0" fmla="*/ 0 w 4876800"/>
              <a:gd name="connsiteY0" fmla="*/ 0 h 1283494"/>
              <a:gd name="connsiteX1" fmla="*/ 4481513 w 4876800"/>
              <a:gd name="connsiteY1" fmla="*/ 633413 h 1283494"/>
              <a:gd name="connsiteX2" fmla="*/ 4595813 w 4876800"/>
              <a:gd name="connsiteY2" fmla="*/ 235744 h 1283494"/>
              <a:gd name="connsiteX3" fmla="*/ 4876800 w 4876800"/>
              <a:gd name="connsiteY3" fmla="*/ 869157 h 1283494"/>
              <a:gd name="connsiteX4" fmla="*/ 4367213 w 4876800"/>
              <a:gd name="connsiteY4" fmla="*/ 1283494 h 1283494"/>
              <a:gd name="connsiteX5" fmla="*/ 4338638 w 4876800"/>
              <a:gd name="connsiteY5" fmla="*/ 1047750 h 1283494"/>
              <a:gd name="connsiteX6" fmla="*/ 0 w 4876800"/>
              <a:gd name="connsiteY6" fmla="*/ 0 h 1283494"/>
              <a:gd name="connsiteX0" fmla="*/ 0 w 4876800"/>
              <a:gd name="connsiteY0" fmla="*/ 0 h 1283494"/>
              <a:gd name="connsiteX1" fmla="*/ 4481513 w 4876800"/>
              <a:gd name="connsiteY1" fmla="*/ 633413 h 1283494"/>
              <a:gd name="connsiteX2" fmla="*/ 4595813 w 4876800"/>
              <a:gd name="connsiteY2" fmla="*/ 235744 h 1283494"/>
              <a:gd name="connsiteX3" fmla="*/ 4876800 w 4876800"/>
              <a:gd name="connsiteY3" fmla="*/ 869157 h 1283494"/>
              <a:gd name="connsiteX4" fmla="*/ 4367213 w 4876800"/>
              <a:gd name="connsiteY4" fmla="*/ 1283494 h 1283494"/>
              <a:gd name="connsiteX5" fmla="*/ 4405313 w 4876800"/>
              <a:gd name="connsiteY5" fmla="*/ 962025 h 1283494"/>
              <a:gd name="connsiteX6" fmla="*/ 0 w 4876800"/>
              <a:gd name="connsiteY6" fmla="*/ 0 h 1283494"/>
              <a:gd name="connsiteX0" fmla="*/ 0 w 4876800"/>
              <a:gd name="connsiteY0" fmla="*/ 0 h 1283494"/>
              <a:gd name="connsiteX1" fmla="*/ 4481513 w 4876800"/>
              <a:gd name="connsiteY1" fmla="*/ 633413 h 1283494"/>
              <a:gd name="connsiteX2" fmla="*/ 4595813 w 4876800"/>
              <a:gd name="connsiteY2" fmla="*/ 235744 h 1283494"/>
              <a:gd name="connsiteX3" fmla="*/ 4876800 w 4876800"/>
              <a:gd name="connsiteY3" fmla="*/ 869157 h 1283494"/>
              <a:gd name="connsiteX4" fmla="*/ 4367213 w 4876800"/>
              <a:gd name="connsiteY4" fmla="*/ 1283494 h 1283494"/>
              <a:gd name="connsiteX5" fmla="*/ 4405313 w 4876800"/>
              <a:gd name="connsiteY5" fmla="*/ 962025 h 1283494"/>
              <a:gd name="connsiteX6" fmla="*/ 0 w 4876800"/>
              <a:gd name="connsiteY6" fmla="*/ 0 h 1283494"/>
              <a:gd name="connsiteX0" fmla="*/ 0 w 4876800"/>
              <a:gd name="connsiteY0" fmla="*/ 0 h 1283494"/>
              <a:gd name="connsiteX1" fmla="*/ 4481513 w 4876800"/>
              <a:gd name="connsiteY1" fmla="*/ 633413 h 1283494"/>
              <a:gd name="connsiteX2" fmla="*/ 4595813 w 4876800"/>
              <a:gd name="connsiteY2" fmla="*/ 235744 h 1283494"/>
              <a:gd name="connsiteX3" fmla="*/ 4876800 w 4876800"/>
              <a:gd name="connsiteY3" fmla="*/ 869157 h 1283494"/>
              <a:gd name="connsiteX4" fmla="*/ 4367213 w 4876800"/>
              <a:gd name="connsiteY4" fmla="*/ 1283494 h 1283494"/>
              <a:gd name="connsiteX5" fmla="*/ 4405313 w 4876800"/>
              <a:gd name="connsiteY5" fmla="*/ 962025 h 1283494"/>
              <a:gd name="connsiteX6" fmla="*/ 0 w 4876800"/>
              <a:gd name="connsiteY6" fmla="*/ 0 h 1283494"/>
              <a:gd name="connsiteX0" fmla="*/ 0 w 4876800"/>
              <a:gd name="connsiteY0" fmla="*/ 0 h 1283494"/>
              <a:gd name="connsiteX1" fmla="*/ 4481513 w 4876800"/>
              <a:gd name="connsiteY1" fmla="*/ 633413 h 1283494"/>
              <a:gd name="connsiteX2" fmla="*/ 4595813 w 4876800"/>
              <a:gd name="connsiteY2" fmla="*/ 235744 h 1283494"/>
              <a:gd name="connsiteX3" fmla="*/ 4876800 w 4876800"/>
              <a:gd name="connsiteY3" fmla="*/ 869157 h 1283494"/>
              <a:gd name="connsiteX4" fmla="*/ 4367213 w 4876800"/>
              <a:gd name="connsiteY4" fmla="*/ 1283494 h 1283494"/>
              <a:gd name="connsiteX5" fmla="*/ 4405313 w 4876800"/>
              <a:gd name="connsiteY5" fmla="*/ 962025 h 1283494"/>
              <a:gd name="connsiteX6" fmla="*/ 0 w 4876800"/>
              <a:gd name="connsiteY6" fmla="*/ 0 h 1283494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1900238 w 2409825"/>
              <a:gd name="connsiteY4" fmla="*/ 1047750 h 1047750"/>
              <a:gd name="connsiteX5" fmla="*/ 1938338 w 2409825"/>
              <a:gd name="connsiteY5" fmla="*/ 726281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1900238 w 2409825"/>
              <a:gd name="connsiteY4" fmla="*/ 1047750 h 1047750"/>
              <a:gd name="connsiteX5" fmla="*/ 1938338 w 2409825"/>
              <a:gd name="connsiteY5" fmla="*/ 726281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938338 w 2409825"/>
              <a:gd name="connsiteY5" fmla="*/ 726281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16681 h 1047750"/>
              <a:gd name="connsiteX1" fmla="*/ 2014538 w 2409825"/>
              <a:gd name="connsiteY1" fmla="*/ 397669 h 1047750"/>
              <a:gd name="connsiteX2" fmla="*/ 2128838 w 2409825"/>
              <a:gd name="connsiteY2" fmla="*/ 0 h 1047750"/>
              <a:gd name="connsiteX3" fmla="*/ 2409825 w 2409825"/>
              <a:gd name="connsiteY3" fmla="*/ 633413 h 1047750"/>
              <a:gd name="connsiteX4" fmla="*/ 2005013 w 2409825"/>
              <a:gd name="connsiteY4" fmla="*/ 1047750 h 1047750"/>
              <a:gd name="connsiteX5" fmla="*/ 1862138 w 2409825"/>
              <a:gd name="connsiteY5" fmla="*/ 697706 h 1047750"/>
              <a:gd name="connsiteX6" fmla="*/ 0 w 2409825"/>
              <a:gd name="connsiteY6" fmla="*/ 116681 h 1047750"/>
              <a:gd name="connsiteX0" fmla="*/ 0 w 2409825"/>
              <a:gd name="connsiteY0" fmla="*/ 126206 h 1057275"/>
              <a:gd name="connsiteX1" fmla="*/ 2014538 w 2409825"/>
              <a:gd name="connsiteY1" fmla="*/ 407194 h 1057275"/>
              <a:gd name="connsiteX2" fmla="*/ 2005013 w 2409825"/>
              <a:gd name="connsiteY2" fmla="*/ 0 h 1057275"/>
              <a:gd name="connsiteX3" fmla="*/ 2409825 w 2409825"/>
              <a:gd name="connsiteY3" fmla="*/ 642938 h 1057275"/>
              <a:gd name="connsiteX4" fmla="*/ 2005013 w 2409825"/>
              <a:gd name="connsiteY4" fmla="*/ 1057275 h 1057275"/>
              <a:gd name="connsiteX5" fmla="*/ 1862138 w 2409825"/>
              <a:gd name="connsiteY5" fmla="*/ 707231 h 1057275"/>
              <a:gd name="connsiteX6" fmla="*/ 0 w 2409825"/>
              <a:gd name="connsiteY6" fmla="*/ 126206 h 1057275"/>
              <a:gd name="connsiteX0" fmla="*/ 0 w 2409825"/>
              <a:gd name="connsiteY0" fmla="*/ 126206 h 1057275"/>
              <a:gd name="connsiteX1" fmla="*/ 2014538 w 2409825"/>
              <a:gd name="connsiteY1" fmla="*/ 407194 h 1057275"/>
              <a:gd name="connsiteX2" fmla="*/ 2005013 w 2409825"/>
              <a:gd name="connsiteY2" fmla="*/ 0 h 1057275"/>
              <a:gd name="connsiteX3" fmla="*/ 2409825 w 2409825"/>
              <a:gd name="connsiteY3" fmla="*/ 642938 h 1057275"/>
              <a:gd name="connsiteX4" fmla="*/ 2005013 w 2409825"/>
              <a:gd name="connsiteY4" fmla="*/ 1057275 h 1057275"/>
              <a:gd name="connsiteX5" fmla="*/ 2024063 w 2409825"/>
              <a:gd name="connsiteY5" fmla="*/ 726281 h 1057275"/>
              <a:gd name="connsiteX6" fmla="*/ 0 w 2409825"/>
              <a:gd name="connsiteY6" fmla="*/ 126206 h 1057275"/>
              <a:gd name="connsiteX0" fmla="*/ 0 w 2428875"/>
              <a:gd name="connsiteY0" fmla="*/ 126206 h 1057275"/>
              <a:gd name="connsiteX1" fmla="*/ 2014538 w 2428875"/>
              <a:gd name="connsiteY1" fmla="*/ 407194 h 1057275"/>
              <a:gd name="connsiteX2" fmla="*/ 2005013 w 2428875"/>
              <a:gd name="connsiteY2" fmla="*/ 0 h 1057275"/>
              <a:gd name="connsiteX3" fmla="*/ 2428875 w 2428875"/>
              <a:gd name="connsiteY3" fmla="*/ 566738 h 1057275"/>
              <a:gd name="connsiteX4" fmla="*/ 2005013 w 2428875"/>
              <a:gd name="connsiteY4" fmla="*/ 1057275 h 1057275"/>
              <a:gd name="connsiteX5" fmla="*/ 2024063 w 2428875"/>
              <a:gd name="connsiteY5" fmla="*/ 726281 h 1057275"/>
              <a:gd name="connsiteX6" fmla="*/ 0 w 2428875"/>
              <a:gd name="connsiteY6" fmla="*/ 126206 h 1057275"/>
              <a:gd name="connsiteX0" fmla="*/ 0 w 2428875"/>
              <a:gd name="connsiteY0" fmla="*/ 126206 h 1057275"/>
              <a:gd name="connsiteX1" fmla="*/ 1995488 w 2428875"/>
              <a:gd name="connsiteY1" fmla="*/ 369094 h 1057275"/>
              <a:gd name="connsiteX2" fmla="*/ 2005013 w 2428875"/>
              <a:gd name="connsiteY2" fmla="*/ 0 h 1057275"/>
              <a:gd name="connsiteX3" fmla="*/ 2428875 w 2428875"/>
              <a:gd name="connsiteY3" fmla="*/ 566738 h 1057275"/>
              <a:gd name="connsiteX4" fmla="*/ 2005013 w 2428875"/>
              <a:gd name="connsiteY4" fmla="*/ 1057275 h 1057275"/>
              <a:gd name="connsiteX5" fmla="*/ 2024063 w 2428875"/>
              <a:gd name="connsiteY5" fmla="*/ 726281 h 1057275"/>
              <a:gd name="connsiteX6" fmla="*/ 0 w 2428875"/>
              <a:gd name="connsiteY6" fmla="*/ 126206 h 1057275"/>
              <a:gd name="connsiteX0" fmla="*/ 0 w 2428875"/>
              <a:gd name="connsiteY0" fmla="*/ 126206 h 1057275"/>
              <a:gd name="connsiteX1" fmla="*/ 1995488 w 2428875"/>
              <a:gd name="connsiteY1" fmla="*/ 369094 h 1057275"/>
              <a:gd name="connsiteX2" fmla="*/ 2005013 w 2428875"/>
              <a:gd name="connsiteY2" fmla="*/ 0 h 1057275"/>
              <a:gd name="connsiteX3" fmla="*/ 2428875 w 2428875"/>
              <a:gd name="connsiteY3" fmla="*/ 566738 h 1057275"/>
              <a:gd name="connsiteX4" fmla="*/ 2005013 w 2428875"/>
              <a:gd name="connsiteY4" fmla="*/ 1057275 h 1057275"/>
              <a:gd name="connsiteX5" fmla="*/ 1957388 w 2428875"/>
              <a:gd name="connsiteY5" fmla="*/ 678656 h 1057275"/>
              <a:gd name="connsiteX6" fmla="*/ 0 w 2428875"/>
              <a:gd name="connsiteY6" fmla="*/ 126206 h 1057275"/>
              <a:gd name="connsiteX0" fmla="*/ 0 w 2428875"/>
              <a:gd name="connsiteY0" fmla="*/ 126206 h 1057275"/>
              <a:gd name="connsiteX1" fmla="*/ 1995488 w 2428875"/>
              <a:gd name="connsiteY1" fmla="*/ 369094 h 1057275"/>
              <a:gd name="connsiteX2" fmla="*/ 2005013 w 2428875"/>
              <a:gd name="connsiteY2" fmla="*/ 0 h 1057275"/>
              <a:gd name="connsiteX3" fmla="*/ 2428875 w 2428875"/>
              <a:gd name="connsiteY3" fmla="*/ 566738 h 1057275"/>
              <a:gd name="connsiteX4" fmla="*/ 2005013 w 2428875"/>
              <a:gd name="connsiteY4" fmla="*/ 1057275 h 1057275"/>
              <a:gd name="connsiteX5" fmla="*/ 2005013 w 2428875"/>
              <a:gd name="connsiteY5" fmla="*/ 678656 h 1057275"/>
              <a:gd name="connsiteX6" fmla="*/ 0 w 2428875"/>
              <a:gd name="connsiteY6" fmla="*/ 126206 h 105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8875" h="1057275">
                <a:moveTo>
                  <a:pt x="0" y="126206"/>
                </a:moveTo>
                <a:cubicBezTo>
                  <a:pt x="1008063" y="362744"/>
                  <a:pt x="1273175" y="418306"/>
                  <a:pt x="1995488" y="369094"/>
                </a:cubicBezTo>
                <a:lnTo>
                  <a:pt x="2005013" y="0"/>
                </a:lnTo>
                <a:lnTo>
                  <a:pt x="2428875" y="566738"/>
                </a:lnTo>
                <a:lnTo>
                  <a:pt x="2005013" y="1057275"/>
                </a:lnTo>
                <a:lnTo>
                  <a:pt x="2005013" y="678656"/>
                </a:lnTo>
                <a:cubicBezTo>
                  <a:pt x="1349375" y="634206"/>
                  <a:pt x="731838" y="523081"/>
                  <a:pt x="0" y="12620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0AFE80A5-9301-4BE4-A712-D25F1407E0F0}"/>
              </a:ext>
            </a:extLst>
          </p:cNvPr>
          <p:cNvSpPr/>
          <p:nvPr/>
        </p:nvSpPr>
        <p:spPr>
          <a:xfrm>
            <a:off x="10029825" y="3017838"/>
            <a:ext cx="638175" cy="1619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0238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E209B1-4305-4B86-917F-6B9FE3C3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312404-FB4C-496E-B4A3-71FD8A367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364B2A3-DB62-43D4-BE92-4EBADFF28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41AE91EE-AFBC-401E-9EC2-00FDFB6526DA}"/>
              </a:ext>
            </a:extLst>
          </p:cNvPr>
          <p:cNvSpPr/>
          <p:nvPr/>
        </p:nvSpPr>
        <p:spPr>
          <a:xfrm>
            <a:off x="1722120" y="457200"/>
            <a:ext cx="384175" cy="2238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E587152-E1D8-4840-A339-2699FF397ABF}"/>
              </a:ext>
            </a:extLst>
          </p:cNvPr>
          <p:cNvSpPr/>
          <p:nvPr/>
        </p:nvSpPr>
        <p:spPr>
          <a:xfrm>
            <a:off x="152400" y="675957"/>
            <a:ext cx="523240" cy="68548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77841B6-9951-47FE-B941-12A3B47EDF02}"/>
              </a:ext>
            </a:extLst>
          </p:cNvPr>
          <p:cNvSpPr/>
          <p:nvPr/>
        </p:nvSpPr>
        <p:spPr>
          <a:xfrm>
            <a:off x="10267950" y="1482883"/>
            <a:ext cx="1924050" cy="48893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961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ECD1595-4F05-4AB6-A571-309499FBA7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547" t="18805" b="3110"/>
          <a:stretch/>
        </p:blipFill>
        <p:spPr>
          <a:xfrm>
            <a:off x="-314326" y="819150"/>
            <a:ext cx="2371725" cy="5102226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AED0E8F0-B912-47A2-83AC-D0C16396381F}"/>
              </a:ext>
            </a:extLst>
          </p:cNvPr>
          <p:cNvSpPr/>
          <p:nvPr/>
        </p:nvSpPr>
        <p:spPr>
          <a:xfrm>
            <a:off x="133350" y="1962149"/>
            <a:ext cx="1924050" cy="3238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3C7DAB9-721C-49BC-99CE-E7E7B599F289}"/>
              </a:ext>
            </a:extLst>
          </p:cNvPr>
          <p:cNvSpPr/>
          <p:nvPr/>
        </p:nvSpPr>
        <p:spPr>
          <a:xfrm>
            <a:off x="133350" y="1443036"/>
            <a:ext cx="1009650" cy="16668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C32C286-73BC-4BDC-97AD-0DE477A1025A}"/>
              </a:ext>
            </a:extLst>
          </p:cNvPr>
          <p:cNvSpPr txBox="1"/>
          <p:nvPr/>
        </p:nvSpPr>
        <p:spPr>
          <a:xfrm>
            <a:off x="66675" y="496371"/>
            <a:ext cx="4629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點擊「新增至單元件」或對「</a:t>
            </a:r>
            <a:r>
              <a:rPr lang="en-US" altLang="zh-TW" dirty="0"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Air</a:t>
            </a:r>
            <a:r>
              <a:rPr lang="zh-TW" altLang="en-US" dirty="0">
                <a:latin typeface="Noto Sans TC DemiLight" panose="020B0200000000000000" pitchFamily="34" charset="-120"/>
                <a:ea typeface="Noto Sans TC DemiLight" panose="020B0200000000000000" pitchFamily="34" charset="-120"/>
              </a:rPr>
              <a:t>」雙擊皆可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197EB07-3CDC-4E62-B4E3-299D41494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186" y="819150"/>
            <a:ext cx="2140282" cy="5477670"/>
          </a:xfrm>
          <a:prstGeom prst="rect">
            <a:avLst/>
          </a:prstGeom>
        </p:spPr>
      </p:pic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318CD6C-17F2-4D8F-80B4-AC45DA9E61F4}"/>
              </a:ext>
            </a:extLst>
          </p:cNvPr>
          <p:cNvSpPr/>
          <p:nvPr/>
        </p:nvSpPr>
        <p:spPr>
          <a:xfrm>
            <a:off x="2599056" y="3377564"/>
            <a:ext cx="1513839" cy="17780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AF9B6BD-AFC9-4BA6-95F4-F4A459A1AF37}"/>
              </a:ext>
            </a:extLst>
          </p:cNvPr>
          <p:cNvSpPr/>
          <p:nvPr/>
        </p:nvSpPr>
        <p:spPr>
          <a:xfrm>
            <a:off x="2284096" y="2108199"/>
            <a:ext cx="777239" cy="17780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4912B8F-B555-4363-B3C0-EA9AF2A54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914" y="754219"/>
            <a:ext cx="3246206" cy="5424489"/>
          </a:xfrm>
          <a:prstGeom prst="rect">
            <a:avLst/>
          </a:prstGeom>
        </p:spPr>
      </p:pic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A31DD606-D1FA-4D51-BC5B-597808415E67}"/>
              </a:ext>
            </a:extLst>
          </p:cNvPr>
          <p:cNvSpPr/>
          <p:nvPr/>
        </p:nvSpPr>
        <p:spPr>
          <a:xfrm>
            <a:off x="4585336" y="1717674"/>
            <a:ext cx="2863214" cy="3397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4B23C0D2-0D86-4C77-B2B0-7CB78832E78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8611"/>
          <a:stretch/>
        </p:blipFill>
        <p:spPr>
          <a:xfrm>
            <a:off x="4414204" y="4518867"/>
            <a:ext cx="3173411" cy="1671942"/>
          </a:xfrm>
          <a:prstGeom prst="rect">
            <a:avLst/>
          </a:prstGeom>
        </p:spPr>
      </p:pic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AF1C7E5-D035-4111-9C8A-70698724F295}"/>
              </a:ext>
            </a:extLst>
          </p:cNvPr>
          <p:cNvSpPr/>
          <p:nvPr/>
        </p:nvSpPr>
        <p:spPr>
          <a:xfrm>
            <a:off x="5141088" y="5039995"/>
            <a:ext cx="1513839" cy="17780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06DC87DB-2D52-401B-83BB-2052EC6398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5250" t="20846" b="4810"/>
          <a:stretch/>
        </p:blipFill>
        <p:spPr>
          <a:xfrm>
            <a:off x="7465156" y="819150"/>
            <a:ext cx="3307620" cy="5324766"/>
          </a:xfrm>
          <a:prstGeom prst="rect">
            <a:avLst/>
          </a:prstGeom>
        </p:spPr>
      </p:pic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7E66A27-8A29-4395-BF99-1B8536F1D40A}"/>
              </a:ext>
            </a:extLst>
          </p:cNvPr>
          <p:cNvSpPr/>
          <p:nvPr/>
        </p:nvSpPr>
        <p:spPr>
          <a:xfrm>
            <a:off x="7953375" y="5724525"/>
            <a:ext cx="1000126" cy="1968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DE4378E3-4162-4286-B6BF-249A5BFB10BB}"/>
              </a:ext>
            </a:extLst>
          </p:cNvPr>
          <p:cNvGrpSpPr/>
          <p:nvPr/>
        </p:nvGrpSpPr>
        <p:grpSpPr>
          <a:xfrm>
            <a:off x="9609343" y="1928447"/>
            <a:ext cx="2505332" cy="4892684"/>
            <a:chOff x="10891597" y="744694"/>
            <a:chExt cx="3011855" cy="5881877"/>
          </a:xfrm>
        </p:grpSpPr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793F9505-D3A1-4D92-ABE2-FF1B2F7B9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891597" y="744694"/>
              <a:ext cx="3011855" cy="5881877"/>
            </a:xfrm>
            <a:prstGeom prst="rect">
              <a:avLst/>
            </a:prstGeom>
          </p:spPr>
        </p:pic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DD7E281C-B3A8-4D42-8CDB-97C46E44B60A}"/>
                </a:ext>
              </a:extLst>
            </p:cNvPr>
            <p:cNvSpPr/>
            <p:nvPr/>
          </p:nvSpPr>
          <p:spPr>
            <a:xfrm>
              <a:off x="11280538" y="3555365"/>
              <a:ext cx="2570480" cy="96350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702918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7565358A-BA79-4DDD-B494-A3781FFCC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5A8A8588-FEEC-404D-A890-B1C51E6D5040}"/>
              </a:ext>
            </a:extLst>
          </p:cNvPr>
          <p:cNvSpPr/>
          <p:nvPr/>
        </p:nvSpPr>
        <p:spPr>
          <a:xfrm>
            <a:off x="558800" y="3921760"/>
            <a:ext cx="1757680" cy="1930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7AF52C0-5AF9-499A-9FE0-5DAE35CFB10B}"/>
              </a:ext>
            </a:extLst>
          </p:cNvPr>
          <p:cNvSpPr/>
          <p:nvPr/>
        </p:nvSpPr>
        <p:spPr>
          <a:xfrm>
            <a:off x="3464560" y="3235960"/>
            <a:ext cx="2854960" cy="878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599BC91-A32D-4883-B57B-039E9050D9D3}"/>
              </a:ext>
            </a:extLst>
          </p:cNvPr>
          <p:cNvSpPr/>
          <p:nvPr/>
        </p:nvSpPr>
        <p:spPr>
          <a:xfrm>
            <a:off x="3703320" y="2987040"/>
            <a:ext cx="3083560" cy="2489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401BC78-7052-4FB9-8EE6-F2349D0BB14B}"/>
              </a:ext>
            </a:extLst>
          </p:cNvPr>
          <p:cNvSpPr/>
          <p:nvPr/>
        </p:nvSpPr>
        <p:spPr>
          <a:xfrm>
            <a:off x="8554720" y="2214880"/>
            <a:ext cx="2346960" cy="21437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49044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B894BA02-5079-4762-9194-3BF7803E2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617A6463-5894-4EB5-8824-DBDAFA01E7D1}"/>
              </a:ext>
            </a:extLst>
          </p:cNvPr>
          <p:cNvSpPr/>
          <p:nvPr/>
        </p:nvSpPr>
        <p:spPr>
          <a:xfrm>
            <a:off x="558800" y="4064000"/>
            <a:ext cx="1856740" cy="1917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A60394E-AB98-440F-B694-88A4CF6A3F5C}"/>
              </a:ext>
            </a:extLst>
          </p:cNvPr>
          <p:cNvSpPr/>
          <p:nvPr/>
        </p:nvSpPr>
        <p:spPr>
          <a:xfrm>
            <a:off x="3464560" y="3235960"/>
            <a:ext cx="2854960" cy="878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9337620-F20B-46A3-8307-2C79B7092DD4}"/>
              </a:ext>
            </a:extLst>
          </p:cNvPr>
          <p:cNvSpPr/>
          <p:nvPr/>
        </p:nvSpPr>
        <p:spPr>
          <a:xfrm>
            <a:off x="3703320" y="2987040"/>
            <a:ext cx="3083560" cy="2489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68A2E98-0249-4E5D-B4FC-0DC3B2035051}"/>
              </a:ext>
            </a:extLst>
          </p:cNvPr>
          <p:cNvSpPr/>
          <p:nvPr/>
        </p:nvSpPr>
        <p:spPr>
          <a:xfrm>
            <a:off x="8211820" y="2164080"/>
            <a:ext cx="2346960" cy="21437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4311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918FC65-0633-4AA1-9EEE-B3AF7A7ED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C2B57DAE-C946-4316-9822-98B7BC50C1C0}"/>
              </a:ext>
            </a:extLst>
          </p:cNvPr>
          <p:cNvSpPr/>
          <p:nvPr/>
        </p:nvSpPr>
        <p:spPr>
          <a:xfrm>
            <a:off x="558800" y="4216400"/>
            <a:ext cx="1460500" cy="1422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77C5271-E3E9-4E97-B7B3-B1B0AE3F3A7C}"/>
              </a:ext>
            </a:extLst>
          </p:cNvPr>
          <p:cNvSpPr/>
          <p:nvPr/>
        </p:nvSpPr>
        <p:spPr>
          <a:xfrm>
            <a:off x="3464560" y="3235960"/>
            <a:ext cx="2854960" cy="8788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54206EC-4160-4816-8B94-EC0512E7DB32}"/>
              </a:ext>
            </a:extLst>
          </p:cNvPr>
          <p:cNvSpPr/>
          <p:nvPr/>
        </p:nvSpPr>
        <p:spPr>
          <a:xfrm>
            <a:off x="3703320" y="2987040"/>
            <a:ext cx="3083560" cy="2489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AEA01CE-3339-4234-A308-CAA17EBA5428}"/>
              </a:ext>
            </a:extLst>
          </p:cNvPr>
          <p:cNvSpPr/>
          <p:nvPr/>
        </p:nvSpPr>
        <p:spPr>
          <a:xfrm>
            <a:off x="8554720" y="2214880"/>
            <a:ext cx="1935480" cy="20015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9270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10833D2-00FC-41D9-AD19-61D3A69D2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0BC60A2F-46B0-43D9-9A21-AE8EBD91DFFB}"/>
              </a:ext>
            </a:extLst>
          </p:cNvPr>
          <p:cNvSpPr/>
          <p:nvPr/>
        </p:nvSpPr>
        <p:spPr>
          <a:xfrm>
            <a:off x="7677150" y="600075"/>
            <a:ext cx="1238250" cy="14192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ABB16FC-FDF1-47C5-BD94-0C53829D47C5}"/>
              </a:ext>
            </a:extLst>
          </p:cNvPr>
          <p:cNvSpPr/>
          <p:nvPr/>
        </p:nvSpPr>
        <p:spPr>
          <a:xfrm>
            <a:off x="2105025" y="466725"/>
            <a:ext cx="438150" cy="2095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5951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0BB00D-751C-4A91-8A1E-2E1C0F699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B960F9EC-3467-4A64-82F0-5696B82E657B}"/>
              </a:ext>
            </a:extLst>
          </p:cNvPr>
          <p:cNvSpPr/>
          <p:nvPr/>
        </p:nvSpPr>
        <p:spPr>
          <a:xfrm>
            <a:off x="8343900" y="2133600"/>
            <a:ext cx="2276475" cy="20764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267D3DA-5E11-49A0-99DB-10D7B8470270}"/>
              </a:ext>
            </a:extLst>
          </p:cNvPr>
          <p:cNvSpPr/>
          <p:nvPr/>
        </p:nvSpPr>
        <p:spPr>
          <a:xfrm>
            <a:off x="3033713" y="2390775"/>
            <a:ext cx="3738562" cy="150495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F5E5467-1704-49AB-B42F-36886D65A6A0}"/>
              </a:ext>
            </a:extLst>
          </p:cNvPr>
          <p:cNvSpPr/>
          <p:nvPr/>
        </p:nvSpPr>
        <p:spPr>
          <a:xfrm>
            <a:off x="3033713" y="4133850"/>
            <a:ext cx="3738562" cy="102870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2573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C688859-FE2D-4C6C-9C6C-52C1814CB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4B45D38B-EA1B-4B75-BD7A-AB579B07BE97}"/>
              </a:ext>
            </a:extLst>
          </p:cNvPr>
          <p:cNvSpPr/>
          <p:nvPr/>
        </p:nvSpPr>
        <p:spPr>
          <a:xfrm>
            <a:off x="3033713" y="2390775"/>
            <a:ext cx="3738562" cy="8286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80AB1D3-59A3-47D7-9860-2C63B8BBF18B}"/>
              </a:ext>
            </a:extLst>
          </p:cNvPr>
          <p:cNvSpPr/>
          <p:nvPr/>
        </p:nvSpPr>
        <p:spPr>
          <a:xfrm>
            <a:off x="533400" y="2533650"/>
            <a:ext cx="619125" cy="1809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9376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BDA845D-8566-4303-9287-FC15F2C1A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B4F5DE46-06E0-4AE9-BF8A-85E15A3BD75F}"/>
              </a:ext>
            </a:extLst>
          </p:cNvPr>
          <p:cNvSpPr/>
          <p:nvPr/>
        </p:nvSpPr>
        <p:spPr>
          <a:xfrm>
            <a:off x="3067050" y="5210175"/>
            <a:ext cx="3738562" cy="34290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0739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62DE75D-6961-4620-A82F-A5B3F01BC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8E71774-7291-4702-B470-337D57AB8664}"/>
              </a:ext>
            </a:extLst>
          </p:cNvPr>
          <p:cNvSpPr/>
          <p:nvPr/>
        </p:nvSpPr>
        <p:spPr>
          <a:xfrm>
            <a:off x="2062480" y="452119"/>
            <a:ext cx="513080" cy="218441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5B8E4FB-CFDA-4CC7-9653-DA69D30A4F2C}"/>
              </a:ext>
            </a:extLst>
          </p:cNvPr>
          <p:cNvSpPr/>
          <p:nvPr/>
        </p:nvSpPr>
        <p:spPr>
          <a:xfrm>
            <a:off x="3205480" y="670560"/>
            <a:ext cx="452120" cy="72644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8CD4FB8-9175-4315-A41D-924167275AAB}"/>
              </a:ext>
            </a:extLst>
          </p:cNvPr>
          <p:cNvSpPr/>
          <p:nvPr/>
        </p:nvSpPr>
        <p:spPr>
          <a:xfrm>
            <a:off x="4658360" y="1513840"/>
            <a:ext cx="1488440" cy="30480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35921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F3468E0-CBFC-4835-A9A8-9181B2B8A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B6D0A9A-E4D2-40B8-BB34-823AE6CC73DD}"/>
              </a:ext>
            </a:extLst>
          </p:cNvPr>
          <p:cNvSpPr/>
          <p:nvPr/>
        </p:nvSpPr>
        <p:spPr>
          <a:xfrm>
            <a:off x="6301104" y="3185160"/>
            <a:ext cx="747395" cy="72644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5C680E0-00F3-4E7C-A4E7-166A743BF676}"/>
              </a:ext>
            </a:extLst>
          </p:cNvPr>
          <p:cNvSpPr/>
          <p:nvPr/>
        </p:nvSpPr>
        <p:spPr>
          <a:xfrm>
            <a:off x="706120" y="4076700"/>
            <a:ext cx="1751330" cy="16510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38468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8B36FA30-2593-4FD4-84B6-B0608875E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DF0BABAB-ED97-4842-B3DD-C0D1DA1541FE}"/>
              </a:ext>
            </a:extLst>
          </p:cNvPr>
          <p:cNvSpPr/>
          <p:nvPr/>
        </p:nvSpPr>
        <p:spPr>
          <a:xfrm>
            <a:off x="6329679" y="2842260"/>
            <a:ext cx="661671" cy="72644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DEA9AF4-2173-479E-9613-FB84101C4656}"/>
              </a:ext>
            </a:extLst>
          </p:cNvPr>
          <p:cNvSpPr/>
          <p:nvPr/>
        </p:nvSpPr>
        <p:spPr>
          <a:xfrm>
            <a:off x="3453129" y="2842259"/>
            <a:ext cx="2876550" cy="99631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42AF3D7-FB6D-47CB-87C6-9C3A639C0185}"/>
              </a:ext>
            </a:extLst>
          </p:cNvPr>
          <p:cNvSpPr/>
          <p:nvPr/>
        </p:nvSpPr>
        <p:spPr>
          <a:xfrm>
            <a:off x="542924" y="5467350"/>
            <a:ext cx="876301" cy="16192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85F33DC-D17D-4478-BBB6-2F8F1401E9E4}"/>
              </a:ext>
            </a:extLst>
          </p:cNvPr>
          <p:cNvSpPr/>
          <p:nvPr/>
        </p:nvSpPr>
        <p:spPr>
          <a:xfrm>
            <a:off x="8972550" y="2200275"/>
            <a:ext cx="1685925" cy="207645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F00BE10-6F33-4917-B06B-2369E2B35084}"/>
              </a:ext>
            </a:extLst>
          </p:cNvPr>
          <p:cNvSpPr/>
          <p:nvPr/>
        </p:nvSpPr>
        <p:spPr>
          <a:xfrm>
            <a:off x="3024503" y="5019675"/>
            <a:ext cx="3862071" cy="8286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6373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D128DD9-06BB-4545-B975-AFADBC5CE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AA16EA7-3900-406B-B627-4BDFDA9DB7CF}"/>
              </a:ext>
            </a:extLst>
          </p:cNvPr>
          <p:cNvSpPr/>
          <p:nvPr/>
        </p:nvSpPr>
        <p:spPr>
          <a:xfrm>
            <a:off x="866013" y="5613655"/>
            <a:ext cx="414148" cy="153162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038A397-771F-4924-A997-9337ACAB9F9A}"/>
              </a:ext>
            </a:extLst>
          </p:cNvPr>
          <p:cNvSpPr/>
          <p:nvPr/>
        </p:nvSpPr>
        <p:spPr>
          <a:xfrm>
            <a:off x="9401175" y="2190750"/>
            <a:ext cx="1019176" cy="11715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84958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3258CB80-CFA4-4947-B989-F6151B8C5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AA16EA7-3900-406B-B627-4BDFDA9DB7CF}"/>
              </a:ext>
            </a:extLst>
          </p:cNvPr>
          <p:cNvSpPr/>
          <p:nvPr/>
        </p:nvSpPr>
        <p:spPr>
          <a:xfrm>
            <a:off x="866013" y="5613655"/>
            <a:ext cx="414148" cy="153162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038A397-771F-4924-A997-9337ACAB9F9A}"/>
              </a:ext>
            </a:extLst>
          </p:cNvPr>
          <p:cNvSpPr/>
          <p:nvPr/>
        </p:nvSpPr>
        <p:spPr>
          <a:xfrm>
            <a:off x="9401175" y="2190750"/>
            <a:ext cx="1019176" cy="11715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4182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70FBFF5-B21C-474C-81AA-7EC3462CB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FB12073A-5C50-4B46-98BF-0FD7856B8799}"/>
              </a:ext>
            </a:extLst>
          </p:cNvPr>
          <p:cNvSpPr/>
          <p:nvPr/>
        </p:nvSpPr>
        <p:spPr>
          <a:xfrm>
            <a:off x="3267075" y="2667000"/>
            <a:ext cx="1409700" cy="23812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58779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ED89189-82DD-45CF-A10F-31F3C35E2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9BDD2F74-3DC9-45AF-984B-77B2BC5FD6A7}"/>
              </a:ext>
            </a:extLst>
          </p:cNvPr>
          <p:cNvSpPr/>
          <p:nvPr/>
        </p:nvSpPr>
        <p:spPr>
          <a:xfrm>
            <a:off x="3409950" y="2800350"/>
            <a:ext cx="2971799" cy="106680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6CBD949-8432-482A-8D2D-A356817E8BEA}"/>
              </a:ext>
            </a:extLst>
          </p:cNvPr>
          <p:cNvSpPr/>
          <p:nvPr/>
        </p:nvSpPr>
        <p:spPr>
          <a:xfrm>
            <a:off x="708660" y="5343524"/>
            <a:ext cx="691515" cy="16192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238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180C8F2-E0F8-426B-BA80-E0C209CDE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CB3A341E-972A-4F20-913F-F4ECB3C6B47C}"/>
              </a:ext>
            </a:extLst>
          </p:cNvPr>
          <p:cNvSpPr/>
          <p:nvPr/>
        </p:nvSpPr>
        <p:spPr>
          <a:xfrm>
            <a:off x="3067050" y="4552950"/>
            <a:ext cx="3705225" cy="42862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2514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345E944-29A6-4C9E-8B00-4B7D1FFC9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907BC0D-499C-4425-8C29-731D529DB2A3}"/>
              </a:ext>
            </a:extLst>
          </p:cNvPr>
          <p:cNvSpPr/>
          <p:nvPr/>
        </p:nvSpPr>
        <p:spPr>
          <a:xfrm>
            <a:off x="5086350" y="4800599"/>
            <a:ext cx="1209675" cy="9810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EE0DFF6-F761-4DB9-BDF0-AA70F7CCCD7E}"/>
              </a:ext>
            </a:extLst>
          </p:cNvPr>
          <p:cNvSpPr/>
          <p:nvPr/>
        </p:nvSpPr>
        <p:spPr>
          <a:xfrm>
            <a:off x="533400" y="2828924"/>
            <a:ext cx="1781175" cy="114301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12780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AC2838C-329D-40D6-93B2-3913B251A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8022274D-9BB4-4932-9AF5-BD2CA534EB63}"/>
              </a:ext>
            </a:extLst>
          </p:cNvPr>
          <p:cNvSpPr/>
          <p:nvPr/>
        </p:nvSpPr>
        <p:spPr>
          <a:xfrm>
            <a:off x="3105150" y="1952625"/>
            <a:ext cx="600075" cy="2190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BE70AEE-7993-44BA-9136-99B69B5E09DC}"/>
              </a:ext>
            </a:extLst>
          </p:cNvPr>
          <p:cNvSpPr/>
          <p:nvPr/>
        </p:nvSpPr>
        <p:spPr>
          <a:xfrm>
            <a:off x="514350" y="5448300"/>
            <a:ext cx="600075" cy="2190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85510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8436365-3BA2-43F7-93A0-A00DF04A1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DEDFE886-0E37-4A87-B6AE-B05C2B9C84EE}"/>
              </a:ext>
            </a:extLst>
          </p:cNvPr>
          <p:cNvSpPr/>
          <p:nvPr/>
        </p:nvSpPr>
        <p:spPr>
          <a:xfrm>
            <a:off x="333375" y="5600700"/>
            <a:ext cx="600075" cy="2190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11BD2F4-1417-4DE5-B901-C18AC57D4B9E}"/>
              </a:ext>
            </a:extLst>
          </p:cNvPr>
          <p:cNvSpPr/>
          <p:nvPr/>
        </p:nvSpPr>
        <p:spPr>
          <a:xfrm>
            <a:off x="1066800" y="2724150"/>
            <a:ext cx="914400" cy="24765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5674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ACEC8-FA6F-4230-8E4B-DCB2357AB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CDA108FF-C720-405D-B889-3221E18DAE27}"/>
              </a:ext>
            </a:extLst>
          </p:cNvPr>
          <p:cNvSpPr/>
          <p:nvPr/>
        </p:nvSpPr>
        <p:spPr>
          <a:xfrm>
            <a:off x="523875" y="5915025"/>
            <a:ext cx="971550" cy="16192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60F741B-25AF-4AF0-959D-B88FC8713B0C}"/>
              </a:ext>
            </a:extLst>
          </p:cNvPr>
          <p:cNvSpPr/>
          <p:nvPr/>
        </p:nvSpPr>
        <p:spPr>
          <a:xfrm>
            <a:off x="7096125" y="2095500"/>
            <a:ext cx="1733550" cy="2543175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7216443-72C6-4B1B-A0D1-BACEC85FC51B}"/>
              </a:ext>
            </a:extLst>
          </p:cNvPr>
          <p:cNvSpPr/>
          <p:nvPr/>
        </p:nvSpPr>
        <p:spPr>
          <a:xfrm>
            <a:off x="6725920" y="3042920"/>
            <a:ext cx="175260" cy="17653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44554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F632985-9842-478F-ABCC-80B09BAFF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5"/>
            <a:ext cx="12192000" cy="653415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583CF9D5-27B3-4777-A701-CCFB6C01B1A9}"/>
              </a:ext>
            </a:extLst>
          </p:cNvPr>
          <p:cNvSpPr/>
          <p:nvPr/>
        </p:nvSpPr>
        <p:spPr>
          <a:xfrm>
            <a:off x="2169160" y="680881"/>
            <a:ext cx="853440" cy="685639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3A34C14-EE79-48DE-AFCD-00D54D0B5216}"/>
              </a:ext>
            </a:extLst>
          </p:cNvPr>
          <p:cNvSpPr/>
          <p:nvPr/>
        </p:nvSpPr>
        <p:spPr>
          <a:xfrm>
            <a:off x="2915920" y="462440"/>
            <a:ext cx="294640" cy="218441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CA85D3F-F902-4EA1-AF41-BD4FFF70B54B}"/>
              </a:ext>
            </a:extLst>
          </p:cNvPr>
          <p:cNvSpPr/>
          <p:nvPr/>
        </p:nvSpPr>
        <p:spPr>
          <a:xfrm>
            <a:off x="548639" y="4362450"/>
            <a:ext cx="731521" cy="16891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415D521-719F-409F-AD5A-3CD98E20781A}"/>
              </a:ext>
            </a:extLst>
          </p:cNvPr>
          <p:cNvSpPr/>
          <p:nvPr/>
        </p:nvSpPr>
        <p:spPr>
          <a:xfrm>
            <a:off x="721359" y="4531360"/>
            <a:ext cx="670561" cy="116840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D84C06E-7368-4118-AE82-DBC4498A9E46}"/>
              </a:ext>
            </a:extLst>
          </p:cNvPr>
          <p:cNvSpPr/>
          <p:nvPr/>
        </p:nvSpPr>
        <p:spPr>
          <a:xfrm>
            <a:off x="849375" y="5486400"/>
            <a:ext cx="998475" cy="136461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60B657A-4DCF-4676-8EC4-C3EB9CA76567}"/>
              </a:ext>
            </a:extLst>
          </p:cNvPr>
          <p:cNvSpPr/>
          <p:nvPr/>
        </p:nvSpPr>
        <p:spPr>
          <a:xfrm>
            <a:off x="1020825" y="5903595"/>
            <a:ext cx="606045" cy="136461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2B60D95-9521-4369-BDBC-70BCC7BE7D8C}"/>
              </a:ext>
            </a:extLst>
          </p:cNvPr>
          <p:cNvSpPr/>
          <p:nvPr/>
        </p:nvSpPr>
        <p:spPr>
          <a:xfrm>
            <a:off x="3946905" y="3360769"/>
            <a:ext cx="850647" cy="181007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E47A5C7-4A79-40FE-8705-F44631661F4A}"/>
              </a:ext>
            </a:extLst>
          </p:cNvPr>
          <p:cNvSpPr/>
          <p:nvPr/>
        </p:nvSpPr>
        <p:spPr>
          <a:xfrm>
            <a:off x="3860545" y="2004409"/>
            <a:ext cx="411735" cy="181007"/>
          </a:xfrm>
          <a:prstGeom prst="roundRect">
            <a:avLst>
              <a:gd name="adj" fmla="val 590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4243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3DAF5F2-7E45-4845-9596-A045B9FCC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156" y="1890498"/>
            <a:ext cx="2419688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248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40</Words>
  <Application>Microsoft Office PowerPoint</Application>
  <PresentationFormat>寬螢幕</PresentationFormat>
  <Paragraphs>3</Paragraphs>
  <Slides>58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58</vt:i4>
      </vt:variant>
    </vt:vector>
  </HeadingPairs>
  <TitlesOfParts>
    <vt:vector size="63" baseType="lpstr">
      <vt:lpstr>Noto Sans TC DemiLight</vt:lpstr>
      <vt:lpstr>Noto Sans TC Medium</vt:lpstr>
      <vt:lpstr>Arial</vt:lpstr>
      <vt:lpstr>Calibri</vt:lpstr>
      <vt:lpstr>Office 佈景主題</vt:lpstr>
      <vt:lpstr>COMSOL-軸向氣隙模擬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COMSOL-軸向氣隙模擬</dc:title>
  <dc:creator>user</dc:creator>
  <cp:lastModifiedBy>user</cp:lastModifiedBy>
  <cp:revision>42</cp:revision>
  <dcterms:created xsi:type="dcterms:W3CDTF">2025-12-05T05:30:31Z</dcterms:created>
  <dcterms:modified xsi:type="dcterms:W3CDTF">2025-12-08T11:43:43Z</dcterms:modified>
</cp:coreProperties>
</file>